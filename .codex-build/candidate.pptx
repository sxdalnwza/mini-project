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cf81657eaf4c77" /><Relationship Type="http://schemas.openxmlformats.org/officeDocument/2006/relationships/extended-properties" Target="/docProps/app.xml" Id="R4f1b89f01c3c4898" /><Relationship Type="http://schemas.openxmlformats.org/officeDocument/2006/relationships/officeDocument" Target="/ppt/presentation.xml" Id="R45f85e83614648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cb093ce8f34b6b"/>
  </p:sldMasterIdLst>
  <p:notesMasterIdLst>
    <p:notesMasterId xmlns:r="http://schemas.openxmlformats.org/officeDocument/2006/relationships" r:id="R46bd9a43c1d64dbc"/>
  </p:notesMasterIdLst>
  <p:sldIdLst>
    <p:sldId xmlns:r="http://schemas.openxmlformats.org/officeDocument/2006/relationships" id="256" r:id="Ra555be63e1b54e11"/>
    <p:sldId xmlns:r="http://schemas.openxmlformats.org/officeDocument/2006/relationships" id="257" r:id="R3ac5e7906cc24010"/>
    <p:sldId xmlns:r="http://schemas.openxmlformats.org/officeDocument/2006/relationships" id="258" r:id="Rff5e5cadb6064f86"/>
    <p:sldId xmlns:r="http://schemas.openxmlformats.org/officeDocument/2006/relationships" id="259" r:id="R2f90f8f05e1b4278"/>
    <p:sldId xmlns:r="http://schemas.openxmlformats.org/officeDocument/2006/relationships" id="260" r:id="R9752a355b8544ed1"/>
    <p:sldId xmlns:r="http://schemas.openxmlformats.org/officeDocument/2006/relationships" id="261" r:id="R7abf1314e476447f"/>
    <p:sldId xmlns:r="http://schemas.openxmlformats.org/officeDocument/2006/relationships" id="262" r:id="Rdc0c1cd3544f49b9"/>
    <p:sldId xmlns:r="http://schemas.openxmlformats.org/officeDocument/2006/relationships" id="263" r:id="R1d8c71e966124a4f"/>
    <p:sldId xmlns:r="http://schemas.openxmlformats.org/officeDocument/2006/relationships" id="264" r:id="R3aad2d073b464816"/>
    <p:sldId xmlns:r="http://schemas.openxmlformats.org/officeDocument/2006/relationships" id="265" r:id="R625c31aed97146ab"/>
    <p:sldId xmlns:r="http://schemas.openxmlformats.org/officeDocument/2006/relationships" id="266" r:id="R3418bee488d54f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cacb16dea54d34" /><Relationship Type="http://schemas.openxmlformats.org/officeDocument/2006/relationships/slideMaster" Target="/ppt/slideMasters/slideMaster1.xml" Id="Reacb093ce8f34b6b" /><Relationship Type="http://schemas.openxmlformats.org/officeDocument/2006/relationships/notesMaster" Target="/ppt/notesMasters/notesMaster1.xml" Id="R46bd9a43c1d64dbc" /><Relationship Type="http://schemas.openxmlformats.org/officeDocument/2006/relationships/presProps" Target="/ppt/presProps.xml" Id="R7e1cf05d967f41a7" /><Relationship Type="http://schemas.openxmlformats.org/officeDocument/2006/relationships/tableStyles" Target="/ppt/tableStyles.xml" Id="Rf1b44b252f204704" /><Relationship Type="http://schemas.openxmlformats.org/officeDocument/2006/relationships/slide" Target="/ppt/slides/slide1.xml" Id="Ra555be63e1b54e11" /><Relationship Type="http://schemas.openxmlformats.org/officeDocument/2006/relationships/slide" Target="/ppt/slides/slide2.xml" Id="R3ac5e7906cc24010" /><Relationship Type="http://schemas.openxmlformats.org/officeDocument/2006/relationships/slide" Target="/ppt/slides/slide3.xml" Id="Rff5e5cadb6064f86" /><Relationship Type="http://schemas.openxmlformats.org/officeDocument/2006/relationships/slide" Target="/ppt/slides/slide4.xml" Id="R2f90f8f05e1b4278" /><Relationship Type="http://schemas.openxmlformats.org/officeDocument/2006/relationships/slide" Target="/ppt/slides/slide5.xml" Id="R9752a355b8544ed1" /><Relationship Type="http://schemas.openxmlformats.org/officeDocument/2006/relationships/slide" Target="/ppt/slides/slide6.xml" Id="R7abf1314e476447f" /><Relationship Type="http://schemas.openxmlformats.org/officeDocument/2006/relationships/slide" Target="/ppt/slides/slide7.xml" Id="Rdc0c1cd3544f49b9" /><Relationship Type="http://schemas.openxmlformats.org/officeDocument/2006/relationships/slide" Target="/ppt/slides/slide8.xml" Id="R1d8c71e966124a4f" /><Relationship Type="http://schemas.openxmlformats.org/officeDocument/2006/relationships/slide" Target="/ppt/slides/slide9.xml" Id="R3aad2d073b464816" /><Relationship Type="http://schemas.openxmlformats.org/officeDocument/2006/relationships/slide" Target="/ppt/slides/slide10.xml" Id="R625c31aed97146ab" /><Relationship Type="http://schemas.openxmlformats.org/officeDocument/2006/relationships/slide" Target="/ppt/slides/slide11.xml" Id="R3418bee488d54f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8343d8234b4f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e0d12a5bdc47cb" /><Relationship Type="http://schemas.openxmlformats.org/officeDocument/2006/relationships/notesMaster" Target="/ppt/notesMasters/notesMaster1.xml" Id="R1aceb314ec5748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a306db8e804847" /><Relationship Type="http://schemas.openxmlformats.org/officeDocument/2006/relationships/notesMaster" Target="/ppt/notesMasters/notesMaster1.xml" Id="Re6bbc8c3aedc40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c1b830e2845ab" /><Relationship Type="http://schemas.openxmlformats.org/officeDocument/2006/relationships/notesMaster" Target="/ppt/notesMasters/notesMaster1.xml" Id="R8cedf551727d44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ee38f543874443" /><Relationship Type="http://schemas.openxmlformats.org/officeDocument/2006/relationships/notesMaster" Target="/ppt/notesMasters/notesMaster1.xml" Id="Rcf307d4a8f3549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fabf52d70c413d" /><Relationship Type="http://schemas.openxmlformats.org/officeDocument/2006/relationships/notesMaster" Target="/ppt/notesMasters/notesMaster1.xml" Id="R249670e787e9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05b7e91a534af1" /><Relationship Type="http://schemas.openxmlformats.org/officeDocument/2006/relationships/notesMaster" Target="/ppt/notesMasters/notesMaster1.xml" Id="Ree30c0e0ee934f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eb94f94dda4d6e" /><Relationship Type="http://schemas.openxmlformats.org/officeDocument/2006/relationships/notesMaster" Target="/ppt/notesMasters/notesMaster1.xml" Id="Rd36df8d5bd2243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881c100a6645c2" /><Relationship Type="http://schemas.openxmlformats.org/officeDocument/2006/relationships/notesMaster" Target="/ppt/notesMasters/notesMaster1.xml" Id="R1c1203c4ee4649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86cbb7be9c49f4" /><Relationship Type="http://schemas.openxmlformats.org/officeDocument/2006/relationships/notesMaster" Target="/ppt/notesMasters/notesMaster1.xml" Id="R73f71451901b4e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ecfef8c8b24890" /><Relationship Type="http://schemas.openxmlformats.org/officeDocument/2006/relationships/notesMaster" Target="/ppt/notesMasters/notesMaster1.xml" Id="Rb3787533675b4b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3b2ff0fef0474f" /><Relationship Type="http://schemas.openxmlformats.org/officeDocument/2006/relationships/notesMaster" Target="/ppt/notesMasters/notesMaster1.xml" Id="R9347e925e99143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2f6e31aef4e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d227e81434b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f915367de47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c75b5837345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3d42925744b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0ca1f65e143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39E63F-E7CD-4F6A-927C-5F101FF79A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D38F8D-0A92-4F46-8296-7D526F07E8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C10BF5-A613-47C3-8DCE-21D8BA652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F5770C-6BC0-4C4B-B495-34FFF56A82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0BC37F-092D-474E-AA25-7B55F56767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FD60E8-A310-4A59-AB74-0F64DD9D13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A544C8-99B3-4DEC-B3E3-DC487EA329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825217-8B2E-48C2-8660-4674449BE4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A2A809-49FB-4900-8D14-DE03D14903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EBF899-A745-48CB-8460-AD66440FD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114729bedb4c95" /><Relationship Type="http://schemas.openxmlformats.org/officeDocument/2006/relationships/slideLayout" Target="/ppt/slideLayouts/slideLayout1.xml" Id="R8dc651cd74b7448e" /><Relationship Type="http://schemas.openxmlformats.org/officeDocument/2006/relationships/slideLayout" Target="/ppt/slideLayouts/slideLayout2.xml" Id="R9dc6a92c3349402a" /><Relationship Type="http://schemas.openxmlformats.org/officeDocument/2006/relationships/slideLayout" Target="/ppt/slideLayouts/slideLayout3.xml" Id="Rbe491d346378449f" /><Relationship Type="http://schemas.openxmlformats.org/officeDocument/2006/relationships/slideLayout" Target="/ppt/slideLayouts/slideLayout4.xml" Id="R75183be64fdf4b25" /><Relationship Type="http://schemas.openxmlformats.org/officeDocument/2006/relationships/slideLayout" Target="/ppt/slideLayouts/slideLayout5.xml" Id="R327f8e0710264591" /><Relationship Type="http://schemas.openxmlformats.org/officeDocument/2006/relationships/slideLayout" Target="/ppt/slideLayouts/slideLayout6.xml" Id="R6f15b40a327c48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c651cd74b7448e"/>
    <p:sldLayoutId xmlns:r="http://schemas.openxmlformats.org/officeDocument/2006/relationships" id="2147483650" r:id="R9dc6a92c3349402a"/>
    <p:sldLayoutId xmlns:r="http://schemas.openxmlformats.org/officeDocument/2006/relationships" id="2147483651" r:id="Rbe491d346378449f"/>
    <p:sldLayoutId xmlns:r="http://schemas.openxmlformats.org/officeDocument/2006/relationships" id="2147483652" r:id="R75183be64fdf4b25"/>
    <p:sldLayoutId xmlns:r="http://schemas.openxmlformats.org/officeDocument/2006/relationships" id="2147483653" r:id="R327f8e0710264591"/>
    <p:sldLayoutId xmlns:r="http://schemas.openxmlformats.org/officeDocument/2006/relationships" id="2147483654" r:id="R6f15b40a327c48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e8fe55f694382" /><Relationship Type="http://schemas.openxmlformats.org/officeDocument/2006/relationships/notesSlide" Target="/ppt/notesSlides/notesSlide1.xml" Id="Ra9412f6cc3d948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fdab8f3074764" /><Relationship Type="http://schemas.openxmlformats.org/officeDocument/2006/relationships/notesSlide" Target="/ppt/notesSlides/notesSlide2.xml" Id="Rbf0aea45fd6640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84af87f464b8e" /><Relationship Type="http://schemas.openxmlformats.org/officeDocument/2006/relationships/notesSlide" Target="/ppt/notesSlides/notesSlide3.xml" Id="Rbf2b1d29943c4a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f181c8cf544d5" /><Relationship Type="http://schemas.openxmlformats.org/officeDocument/2006/relationships/notesSlide" Target="/ppt/notesSlides/notesSlide4.xml" Id="Rca054fd0e8b24a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4295b3e964a3d" /><Relationship Type="http://schemas.openxmlformats.org/officeDocument/2006/relationships/notesSlide" Target="/ppt/notesSlides/notesSlide5.xml" Id="R038c72bb0d4645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433d02c694391" /><Relationship Type="http://schemas.openxmlformats.org/officeDocument/2006/relationships/notesSlide" Target="/ppt/notesSlides/notesSlide6.xml" Id="R098084e5319041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78147405e490e" /><Relationship Type="http://schemas.openxmlformats.org/officeDocument/2006/relationships/notesSlide" Target="/ppt/notesSlides/notesSlide7.xml" Id="Rf6657408e59a49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c466bd8084f36" /><Relationship Type="http://schemas.openxmlformats.org/officeDocument/2006/relationships/notesSlide" Target="/ppt/notesSlides/notesSlide8.xml" Id="Refd1604f0b364b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37e0483554b31" /><Relationship Type="http://schemas.openxmlformats.org/officeDocument/2006/relationships/image" Target="/ppt/media/image.png" Id="R8b31dba6ba584767" /><Relationship Type="http://schemas.openxmlformats.org/officeDocument/2006/relationships/image" Target="/ppt/media/image2.png" Id="R64c03091300243b5" /><Relationship Type="http://schemas.openxmlformats.org/officeDocument/2006/relationships/image" Target="/ppt/media/image3.png" Id="R5c0f052b7b5249c3" /><Relationship Type="http://schemas.openxmlformats.org/officeDocument/2006/relationships/notesSlide" Target="/ppt/notesSlides/notesSlide9.xml" Id="Rb501cfab2cdd41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ea89e7a23400c" /><Relationship Type="http://schemas.openxmlformats.org/officeDocument/2006/relationships/notesSlide" Target="/ppt/notesSlides/notesSlide10.xml" Id="R28bcc6f7620445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6be660f864f2e" /><Relationship Type="http://schemas.openxmlformats.org/officeDocument/2006/relationships/notesSlide" Target="/ppt/notesSlides/notesSlide11.xml" Id="R9cc92d88f14340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FC82B-0E92-4267-9498-09695A2D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DD806-F07A-45B9-9B2B-C63D3814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BEAFE"/>
                </a:solidFill>
              </a:defRPr>
            </a:pPr>
            <a:r>
              <a:rPr sz="1275" b="1">
                <a:solidFill>
                  <a:srgbClr val="DBEAFE"/>
                </a:solidFill>
              </a:rPr>
              <a:t>PERSONAL PORTFOLIO WEBSITE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581F2-5761-46F1-BDD2-F843BE2A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เอกสารสรุป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การพัฒนาเว็บไซต์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AD26D-8609-4079-A9C0-7B622B86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BEAFE"/>
                </a:solidFill>
              </a:defRPr>
            </a:pPr>
            <a:r>
              <a:rPr sz="1725" b="0">
                <a:solidFill>
                  <a:srgbClr val="DBEAFE"/>
                </a:solidFill>
              </a:rPr>
              <a:t>เว็บไซต์แนะนำตนเองเพื่อเตรียมสมัครงาน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83D0F-0EF5-456C-A8C8-9BC83A76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ปวีณ์กร ศรีสุข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Software Engineering, NPRU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AC946-5402-4F24-BCAA-92B82CD9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905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BEAFE"/>
                </a:solidFill>
              </a:defRPr>
            </a:pPr>
            <a:r>
              <a:rPr sz="1500" b="1">
                <a:solidFill>
                  <a:srgbClr val="DBEAFE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58219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E8D46-7E62-4B28-B52D-EB3EC96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  ข้อมูลผู้จัดทำ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F5B3D-AA97-412C-B41B-CCE29766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แนวคิดและวัตถุประสงค์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CF1F1-0272-46A4-B651-B7695AD5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CECBE-A556-4EC3-878A-52C7439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64B7C-EB5D-4DD6-AC97-0C754743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381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9DA8B-F3D8-446B-8CD8-2E6E3B9F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ปวีณ์กร ศรีสุข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20017-6FCB-4247-900B-1443EFB3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BEAFE"/>
                </a:solidFill>
              </a:defRPr>
            </a:pPr>
            <a:r>
              <a:rPr sz="1575" b="0">
                <a:solidFill>
                  <a:srgbClr val="DBEAFE"/>
                </a:solidFill>
              </a:rPr>
              <a:t>นักศึกษาชั้นปีที่ 2</a:t>
            </a:r>
          </a:p>
          <a:p xmlns:a="http://schemas.openxmlformats.org/drawingml/2006/main">
            <a:pPr>
              <a:defRPr sz="1575" b="0">
                <a:solidFill>
                  <a:srgbClr val="DBEAFE"/>
                </a:solidFill>
              </a:defRPr>
            </a:pPr>
            <a:r>
              <a:rPr sz="1575" b="0">
                <a:solidFill>
                  <a:srgbClr val="DBEAFE"/>
                </a:solidFill>
              </a:rPr>
              <a:t>สาขาวิชาวิศวกรรมซอฟต์แวร์</a:t>
            </a:r>
          </a:p>
          <a:p xmlns:a="http://schemas.openxmlformats.org/drawingml/2006/main">
            <a:pPr>
              <a:defRPr sz="1575" b="0">
                <a:solidFill>
                  <a:srgbClr val="DBEAFE"/>
                </a:solidFill>
              </a:defRPr>
            </a:pPr>
            <a:r>
              <a:rPr sz="1575" b="0">
                <a:solidFill>
                  <a:srgbClr val="DBEAFE"/>
                </a:solidFill>
              </a:rPr>
              <a:t>มหาวิทยาลัยราชภัฏนครปฐม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6EA17-055D-4B4F-A6C8-0ED4974F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BEAFE"/>
                </a:solidFill>
              </a:defRPr>
            </a:pPr>
            <a:r>
              <a:rPr sz="1125" b="1">
                <a:solidFill>
                  <a:srgbClr val="DBEAFE"/>
                </a:solidFill>
              </a:rPr>
              <a:t>ตำแหน่งที่สนใจ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69416-32CD-4493-ABAA-5F963EE6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Backend Developer /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Software Engineer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7DE44-DC8F-44AE-B92C-95B822C2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เว็บไซต์นี้จัดทำขึ้นเพื่อรวบรวมประวัติ ทักษะ และผลงานสำหรับใช้แนะนำตนเองและประกอบการสมัครงาน โดยมุ่งสื่อสารความสนใจด้านระบบหลังบ้าน ฐานข้อมูล และการออกแบบระบบ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39C6A-3B78-4B2F-8EAC-AFA33370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5334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8100D-414A-481D-9717-C7AD85BE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กลุ่มเป้าหมาย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BBC9D-EBA5-415C-9987-5DAFF121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ผู้สรรหาบุคลากร อาจารย์ และผู้ที่สนใจผลงานด้านการพัฒนาเว็บไซต์และระบบซอฟต์แวร์</a:t>
            </a:r>
          </a:p>
        </p:txBody>
      </p:sp>
    </p:spTree>
    <p:extLst>
      <p:ext uri="{BB962C8B-B14F-4D97-AF65-F5344CB8AC3E}">
        <p14:creationId xmlns:p14="http://schemas.microsoft.com/office/powerpoint/2010/main" val="1666326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4C699F-58D6-4E89-9666-0FD277FB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  โครงสร้างเว็บไซต์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3D92C-5964-4A31-B9A6-4262FCE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เว็บไซต์ประกอบด้วย 4 หน้าหลัก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5C8FB-42DE-48FB-BCE7-2B74E4D4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688B9-A507-479B-B78F-DBFD6432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87DA5-A859-4860-99CA-4EECA252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EB7AB-DBA0-4A28-997D-987D6BDD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A6A07-5314-437C-83D8-5CF39B9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193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หน้าแรก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7489E-3EE9-4462-AD11-0979E04D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812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index.html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49C83-A39E-4B42-8046-07EC0EC9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955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แนะนำตัว ตำแหน่งงานที่สนใจ และจุดเด่น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6CA85-6A71-417D-AF77-FC398906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95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4EACE-756E-4BB2-AC38-7924F123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72E27-A9A7-47C9-AECB-90108816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193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ประวัติและทักษะ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0A2A5-CA59-4845-B5D7-3AA7476D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812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about.html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83248-A805-48E3-9916-403DEF5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955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ประวัติ การศึกษา เป้าหมาย และทักษะ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CF586-07AD-4DCF-B2DE-CFD152D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5949D-C778-46CB-83B7-86822C8F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24C9D-4A44-4DB6-B4E6-D737BBCB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29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ผลงาน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92208-CFC0-4E07-A5DB-CDFD0CE7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91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projects.html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D07D0-C636-4465-BA66-F6931A8E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053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แสดงผลงาน 3 โครงการพร้อมรายละเอียด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BA369-3794-442C-B693-3AF212B4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495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F0F8A-5715-42C5-A448-87824371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6DC36-F5DA-4EF8-A9E3-2044EA24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ติดต่อ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A3823-8EAA-4160-8BF7-C5508398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91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contact.html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73A769-A10E-4B81-933F-CCC7AE5E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5053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ช่องทางติดต่อและแบบฟอร์มจำลอง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8AAFE-C69A-4BBE-A892-6721DC52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ทุกหน้ามี Header, Navigation, Footer และใช้ไฟล์ css/style.css ร่วมกัน</a:t>
            </a:r>
          </a:p>
        </p:txBody>
      </p:sp>
    </p:spTree>
    <p:extLst>
      <p:ext uri="{BB962C8B-B14F-4D97-AF65-F5344CB8AC3E}">
        <p14:creationId xmlns:p14="http://schemas.microsoft.com/office/powerpoint/2010/main" val="1165021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3C1D84-0804-4E0E-BF0D-37D01ACC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  การออกแบบเว็บไซต์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8B98E-06D2-4419-A6AE-E9856F9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โทนสีเรียบ อ่านง่าย และเป็นมืออาชีพ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51641-739E-40AB-B232-24F12AB5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E4E7B-6EF9-4F74-8C2A-A6591880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43FB5-9BDE-46A9-97E3-F9031B3B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BD67F-9EB3-4781-81E1-09FFF224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E293B"/>
                </a:solidFill>
              </a:defRPr>
            </a:pPr>
            <a:r>
              <a:rPr sz="1650" b="1">
                <a:solidFill>
                  <a:srgbClr val="1E293B"/>
                </a:solidFill>
              </a:rPr>
              <a:t>ชุดสีหลัก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D3F7B-548A-4677-BA03-A34C5FE3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95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CF8C3-BBCB-4ADE-AABA-A74A13A0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กรมท่าเข้ม  #1e293b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6790D-206F-426E-9CF9-80EE3890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495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BB58D-15F1-4C14-A51B-D5F0496E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71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น้ำเงิน  #2563eb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725B0-3B5B-41E5-BA0F-3801CF3D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495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6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B4479-DFC1-42B3-AE67-9BC23A53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95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พื้นหลัง  #f4f7f6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C404A-7CC8-404D-B945-3E79DE6D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495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7C4AD-0420-499E-8DDF-F93D804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19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ขาว  #ffffff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8E36C-CD35-42D7-B8C6-7F7B339C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E293B"/>
                </a:solidFill>
              </a:defRPr>
            </a:pPr>
            <a:r>
              <a:rPr sz="1650" b="1">
                <a:solidFill>
                  <a:srgbClr val="1E293B"/>
                </a:solidFill>
              </a:rPr>
              <a:t>แนวทางการจัดวาง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7E313-9BD2-418C-9759-1D670DDA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76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ใช้พื้นที่ว่างและกล่องเนื้อหาเพื่อแบ่งส่วนข้อมูล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95DF4-E7A7-42BD-A828-8AB475C2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03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ใช้การ์ดสำหรับแสดงทักษะและผลงาน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C0007-C5C0-45E2-A12C-0A98756E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242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ใช้สีกรมท่าเป็นพื้นฐานและสีน้ำเงินเป็นจุดเน้น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7088B-66BB-4F71-9265-D0D2528A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48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ใช้ฟอนต์ Segoe UI และลำดับหัวข้อชัดเจน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DBF18-40C1-47E0-84AB-01A0C3B5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6250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DA281-D42F-4F0D-9F3E-4CE20772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958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รูปแบบเดียวกันทั้งเว็บไซต์ช่วยให้ผู้ใช้จดจำเมนูและใช้งานต่อเนื่องได้ง่าย</a:t>
            </a:r>
          </a:p>
        </p:txBody>
      </p:sp>
    </p:spTree>
    <p:extLst>
      <p:ext uri="{BB962C8B-B14F-4D97-AF65-F5344CB8AC3E}">
        <p14:creationId xmlns:p14="http://schemas.microsoft.com/office/powerpoint/2010/main" val="1774142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F404F-0BAC-4E6E-8E0C-1E07185F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  เทคนิคที่ใช้ในการพัฒนา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35083-FBA0-4869-B954-4F5592A9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โครงสร้าง HTML และ CSS ที่นำมาใช้จริง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A5E02-6CDB-4D8A-9F52-4E7E57B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23F67-6C59-48E1-92A2-72E611B2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28B9D-2915-4A04-AB40-D3B66918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753F2-C801-4A1A-A6F3-2448E22D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Semantic HTML: header, nav, main, section, article, footer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75613-5BF2-474C-83E4-7E7C929F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External CSS ผ่านไฟล์ css/style.css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D2069-79A2-4F68-9FD8-E4D448BC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861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Class และ ID สำหรับจัดกลุ่มและเชื่อมโยงฟอร์ม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EB2F8-60AF-448B-AFC9-ED2FBA01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38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Flexbox สำหรับเมนู หน้าแนะนำตัว และการ์ดผลงาน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6A506-12EC-44D0-BA76-D679FC73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C2AAD-6E7E-456E-8167-AC0E554C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CSS Box Model และตัวแปรสีใน :root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BD341-3326-477A-B822-DE1C4953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:hover และ .active สำหรับเมนูและปุ่ม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F984D-73C9-4220-9B00-8877CA2F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Responsive Image ด้วย max-width: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595C6-065B-44B4-BBA2-3C4E03C1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Internal Link และ External Link ไปยังผลงานจริง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ECCA8-3E37-4F1D-8943-955470DF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962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EB2CD-9082-4E0B-B6E9-44E0BF0B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ตัวอย่างสำคัญ: .card-grid { display: flex; gap: 20px; flex-wrap: wrap; }</a:t>
            </a:r>
          </a:p>
        </p:txBody>
      </p:sp>
    </p:spTree>
    <p:extLst>
      <p:ext uri="{BB962C8B-B14F-4D97-AF65-F5344CB8AC3E}">
        <p14:creationId xmlns:p14="http://schemas.microsoft.com/office/powerpoint/2010/main" val="2105621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592D0-241A-455D-9C8E-42C0F74D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  อ่านโค้ดจากโครงสร้างหน้าเว็บ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3BA9E-CE72-4309-9164-7DF7211F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HTML เชื่อมกับ CSS ผ่าน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BF05B-87C1-4D52-B815-6149867C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F63DC-BECC-4CAB-B224-9FB8B902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7085A-1502-4216-BEFD-5F5B26EF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E293B"/>
                </a:solidFill>
              </a:defRPr>
            </a:pPr>
            <a:r>
              <a:rPr sz="1650" b="1">
                <a:solidFill>
                  <a:srgbClr val="1E293B"/>
                </a:solidFill>
              </a:rPr>
              <a:t>ตัวอย่างจากหน้าแรก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3F87E-85A6-4FA3-A9F1-DD755241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0677C-4086-446C-8095-7C6CCF11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4381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&lt;section class="hero-box"&gt;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&lt;img class="profile-img"&gt;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&lt;div&gt;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  &lt;h1&gt;ชื่อผู้จัดทำ&lt;/h1&gt;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  &lt;a class="btn"&gt;ดูผลงาน&lt;/a&gt;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&lt;/div&gt;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&lt;/section&gt;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73BE3-9C32-4499-B43E-D2B1C1CC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CSS ที่ทำงานกับส่วนนี้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0130E-B4A1-4994-B94B-632B4505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.hero-box → display: flex; จัดรูปกับข้อความให้อยู่แถวเดียว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97662-B7FE-4F1E-9106-84EEB8F3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.profile-img → กำหนดขนาด รูปร่างวงกลม และ object-fit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08A79-FFD6-4C78-B57E-F0ECC661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.btn → สีพื้นหลัง ระยะห่าง และรูปแบบปุ่ม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1C6F7-65B1-4142-BEDB-48FF4968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33875"/>
            <a:ext cx="4762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F1D42-B589-4C3C-8C96-3EDD6584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14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E293B"/>
                </a:solidFill>
              </a:defRPr>
            </a:pPr>
            <a:r>
              <a:rPr sz="1425" b="1">
                <a:solidFill>
                  <a:srgbClr val="1E293B"/>
                </a:solidFill>
              </a:rPr>
              <a:t>จำง่าย: class ใน HTML = ชื่อที่ CSS ใช้เลือกส่วนที่จะตกแต่ง</a:t>
            </a:r>
          </a:p>
        </p:txBody>
      </p:sp>
    </p:spTree>
    <p:extLst>
      <p:ext uri="{BB962C8B-B14F-4D97-AF65-F5344CB8AC3E}">
        <p14:creationId xmlns:p14="http://schemas.microsoft.com/office/powerpoint/2010/main" val="271498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ECD3C4-7336-4E98-B933-41FD9E66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  แผนผัง CLASS สำคัญ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00C8C-F91F-4D12-8AB6-A097D439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ชื่อ class ไหนควบคุมส่วนไหนของเว็บ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D4282-28BF-4C69-9F04-99DB2A19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C8992-F7E8-4CD8-A533-5BB15932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4A7FF-5695-4F30-B575-A2CD2542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HTML class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0F893-641E-40A1-9EB2-55D23FB5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หน้าที่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2B1C3-95B2-43CF-8554-6E78D172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คำสั่ง CSS หลัก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E7E41-4093-4F89-870F-78069E3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CDC8A-644C-4D03-8B84-2B3A836B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.navbar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13DA0-7863-4B82-BB4C-443A9AA1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แถบเมนูด้านบน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A633A-DA8B-484C-B011-9CA03CE0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86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display: flex; justify-content: space-between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79462-DF4A-4E3E-A2A0-6C7907A7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16812-3FB7-42F6-8EC6-8E8DD24D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.nav-menu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E0683-2CD6-4B0F-8095-7113D381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43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รายการลิงก์เมนู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CF4B4-F9CA-46FA-9226-8DFFB7EC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432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display: flex; gap: 15px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01D26-5FD4-41FA-8C6C-1038B7FB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2C8EA-8CE4-49B8-A423-0DD994F4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.container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68E91-9D5E-47E1-BA55-DDB7C57C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0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กรอบเนื้อหาหลัก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5A0A0-093B-4B8A-9174-F170619C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max-width: 1100px; margin: 0 auto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E456D-765B-4F58-A26E-28697256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AB5D3-CB00-475F-A466-28D91499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.card-grid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A5B96-07C7-4CC7-A983-4671CED6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57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กลุ่มการ์ด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BBBE8-9F64-4A2B-B62C-D0986780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display: flex; flex-wrap: wrap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163E5-1DCD-41CA-AB9F-D209F521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5B12B-C852-4D32-8BC3-915F449C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.card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6D7855-C38A-4C4A-BF11-257851D5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14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การ์ดแต่ละใบ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E20BC-7ADF-448C-8859-02AF58B5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flex: 1 1 30%; padding: 20px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BF44CA-8D67-4817-BDCB-685ED4D5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FEEB3-5FFF-4EA0-A1E0-2F208EF7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.info-list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2FCC32-C021-40AA-99DA-8E4BA5E3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72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รายการข้อมูล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49C3C4-E814-46FB-AA45-27B8A743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margin-left: 20px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2AD6BC-E448-4DFD-992F-CF3BD9E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A0DA81-866B-4EC2-8332-B35A0E2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E293B"/>
                </a:solidFill>
              </a:defRPr>
            </a:pPr>
            <a:r>
              <a:rPr sz="1350" b="1">
                <a:solidFill>
                  <a:srgbClr val="1E293B"/>
                </a:solidFill>
              </a:rPr>
              <a:t>.active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A99CCB-4D00-4D79-A430-9AE9A367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29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หน้าปัจจุบันในเมนู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93DFB9-E96F-4051-AC85-8176017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292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background-color: var(--secondary-color)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041B3B-AB24-4ED3-998C-B6C12C19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เวลาอธิบายโค้ด ให้ชี้จาก HTML class ไปหา selector ชื่อเดียวกันใน style.css</a:t>
            </a:r>
          </a:p>
        </p:txBody>
      </p:sp>
    </p:spTree>
    <p:extLst>
      <p:ext uri="{BB962C8B-B14F-4D97-AF65-F5344CB8AC3E}">
        <p14:creationId xmlns:p14="http://schemas.microsoft.com/office/powerpoint/2010/main" val="33131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A7AB7F-F909-4ACC-A11D-2188EFB1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  RESPONSIVE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F1214-84C7-4BC0-825D-9A130DDD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เว็บไซต์ปรับตัวตามขนาดหน้าจอ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695A7-30B9-44DB-B960-5F3A2027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CB86E-6FBC-46D8-927B-C1C76987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E97B4-E523-48F4-A593-F8835FB9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7A660-7BA4-4C92-829C-EE44FD3F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E293B"/>
                </a:solidFill>
              </a:defRPr>
            </a:pPr>
            <a:r>
              <a:rPr sz="1650" b="1">
                <a:solidFill>
                  <a:srgbClr val="1E293B"/>
                </a:solidFill>
              </a:rPr>
              <a:t>Desktop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AB34C-431B-4A69-B7E6-74802CC8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905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A4B8F-1419-4635-A228-F16AA9A8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575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F06CB-993C-4F35-9876-6F2A5076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33750"/>
            <a:ext cx="952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141D7-51D0-425B-A968-9826515E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33750"/>
            <a:ext cx="952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C1498-332B-42A3-87A8-E5807B6C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33750"/>
            <a:ext cx="952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4FE83-30CF-4C35-AB27-F56186E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การ์ด 3 คอลัมน์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4D54F-A808-44B0-8659-80744B03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000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8D415-30FE-4BBA-B3BE-3E735281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E293B"/>
                </a:solidFill>
              </a:defRPr>
            </a:pPr>
            <a:r>
              <a:rPr sz="1650" b="1">
                <a:solidFill>
                  <a:srgbClr val="1E293B"/>
                </a:solidFill>
              </a:rPr>
              <a:t>Mobile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60742-D578-461D-AB6D-D22531CC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1619250" cy="2190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CD10A-CB41-4131-A9F4-5941FF36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9875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661F1-90A7-48FF-AF8B-77384056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E8167-3BA1-46C4-A3F9-0CCCEE8D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528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EE756-64EB-47A1-95BB-06290EF1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67200"/>
            <a:ext cx="123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54C85-2231-4213-ABCB-78C5B70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การ์ด 1 คอลัมน์</a:t>
            </a:r>
          </a:p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เมนูขึ้นบรรทัดใหม่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BA2FB-E937-425E-8559-B42FEB6F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962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79B32-A1F0-430A-A829-0FEDA40C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435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@media (max-width: 768px) { .card { flex: 1 1 100%; } }</a:t>
            </a:r>
          </a:p>
        </p:txBody>
      </p:sp>
    </p:spTree>
    <p:extLst>
      <p:ext uri="{BB962C8B-B14F-4D97-AF65-F5344CB8AC3E}">
        <p14:creationId xmlns:p14="http://schemas.microsoft.com/office/powerpoint/2010/main" val="3758947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59324-C07A-46F2-A165-8DAA7C5E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08  ผลงาน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19E4B-2B8B-47FD-BC35-C958FC8D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ผลงานที่นำเสนอใน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0A16C-113B-4F03-AB43-7E44AA1C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B7F78-475E-4F5A-86C2-C6A73105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0889C-AD65-4B15-9EC5-D63F9CAE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70763-EE0D-43B4-B305-3A544839EE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1dba6ba584767"/>
          <a:stretch xmlns:a="http://schemas.openxmlformats.org/drawingml/2006/main"/>
        </p:blipFill>
        <p:spPr>
          <a:xfrm xmlns:a="http://schemas.openxmlformats.org/drawingml/2006/main">
            <a:off x="1332677" y="2047875"/>
            <a:ext cx="2039996" cy="147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431C9-F868-40B8-A102-32C33763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E293B"/>
                </a:solidFill>
              </a:defRPr>
            </a:pPr>
            <a:r>
              <a:rPr sz="1575" b="1">
                <a:solidFill>
                  <a:srgbClr val="1E293B"/>
                </a:solidFill>
              </a:rPr>
              <a:t>ระบบแสดงรายการสัตว์เลี้ยง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DCDAB-C505-4145-8092-2C0BA96C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HTML5, CSS3, Flexbox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43C80-807D-4AAE-9D48-2D126DF4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FAE38-9870-46F6-84D1-589EA6CD2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03091300243b5"/>
          <a:stretch xmlns:a="http://schemas.openxmlformats.org/drawingml/2006/main"/>
        </p:blipFill>
        <p:spPr>
          <a:xfrm xmlns:a="http://schemas.openxmlformats.org/drawingml/2006/main">
            <a:off x="4902645" y="2047875"/>
            <a:ext cx="2234310" cy="1476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9D13F-6E20-43C8-B1D8-C8DD05F9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14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E293B"/>
                </a:solidFill>
              </a:defRPr>
            </a:pPr>
            <a:r>
              <a:rPr sz="1575" b="1">
                <a:solidFill>
                  <a:srgbClr val="1E293B"/>
                </a:solidFill>
              </a:rPr>
              <a:t>ระบบขอเวรเจ้าหน้าที่พยาบาล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BDCEA-44C6-41FD-AADE-DAF7569B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7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JavaScript, Apps Script, Google Sheets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3F1FB-7822-470F-AEF4-B752BA94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68EDD-EEBA-414E-8167-60391F0E46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f052b7b5249c3"/>
          <a:stretch xmlns:a="http://schemas.openxmlformats.org/drawingml/2006/main"/>
        </p:blipFill>
        <p:spPr>
          <a:xfrm xmlns:a="http://schemas.openxmlformats.org/drawingml/2006/main">
            <a:off x="8773202" y="2047875"/>
            <a:ext cx="1827445" cy="14763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655BB-B9CA-40A3-A42C-2A7B7867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E293B"/>
                </a:solidFill>
              </a:defRPr>
            </a:pPr>
            <a:r>
              <a:rPr sz="1575" b="1">
                <a:solidFill>
                  <a:srgbClr val="1E293B"/>
                </a:solidFill>
              </a:rPr>
              <a:t>ระบบขอเวรและจัดตารางเวร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B3F78-F109-48DE-BBB6-E00FAD26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JavaScript, Supabase, Export PDF/Excel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41538-60E4-4CC4-9D3B-80AB52C6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ทุกผลงานระบุคำอธิบาย หน้าที่รับผิดชอบ และเทคโนโลยีที่ใช้</a:t>
            </a:r>
          </a:p>
        </p:txBody>
      </p:sp>
    </p:spTree>
    <p:extLst>
      <p:ext uri="{BB962C8B-B14F-4D97-AF65-F5344CB8AC3E}">
        <p14:creationId xmlns:p14="http://schemas.microsoft.com/office/powerpoint/2010/main" val="1250432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1F60D-6D63-4D73-A8D1-1E93B542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09  สรุปการพัฒนา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2D7EE-302E-43CD-AC01-56EC55AB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E293B"/>
                </a:solidFill>
              </a:defRPr>
            </a:pPr>
            <a:r>
              <a:rPr sz="2550" b="1">
                <a:solidFill>
                  <a:srgbClr val="1E293B"/>
                </a:solidFill>
              </a:rPr>
              <a:t>ปัญหาที่พบและสิ่งที่ได้เรียนรู้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086ED-A5CE-4FE7-BD2F-1EFCB29A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B23F4-CE9E-4AF9-8C80-ED4F9E2D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082AD-6837-4B46-8D7B-2759B7E1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64156-D4FB-47F4-8AF3-27AB7E3F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E29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ปัญหาที่พบและวิธีแก้ไข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72387-E80F-4002-A865-8291BD17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ต้องจัดข้อมูลหลายประเภทให้สื่อสารได้ภายในหน้าเดียว จึงแบ่งเป็นส่วนและการ์ด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75362-D2E7-40DF-B3BD-26E68684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ต้องรองรับหน้าจอเล็ก จึงใช้ Flexbox และ Media Query ปรับการเรียงเนื้อหา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29A71-8433-4D8F-9006-0D34CD0C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ต้องควบคุมรูปภาพหลายขนาด จึงกำหนด max-width และ object-fit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41DCA-5D61-425E-8274-A00A4E68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DB1D7-B599-4D60-97DE-FA98BAB2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สิ่งที่ได้เรียนรู้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A7917-79EA-4104-89D2-4515FEBF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BEAFE"/>
                </a:solidFill>
              </a:defRPr>
            </a:pPr>
            <a:r>
              <a:rPr sz="1350" b="0">
                <a:solidFill>
                  <a:srgbClr val="DBEAFE"/>
                </a:solidFill>
              </a:rPr>
              <a:t>•  วางโครงสร้างเว็บไซต์ก่อนลงมือเขียนโค้ด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2EEB2-C3EE-47D7-B7C6-9B5F768B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BEAFE"/>
                </a:solidFill>
              </a:defRPr>
            </a:pPr>
            <a:r>
              <a:rPr sz="1350" b="0">
                <a:solidFill>
                  <a:srgbClr val="DBEAFE"/>
                </a:solidFill>
              </a:rPr>
              <a:t>•  เชื่อมโยงเนื้อหา HTML กับการออกแบบ CSS อย่างเป็นระบบ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F4664-3F9B-465E-BDA6-66177614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9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BEAFE"/>
                </a:solidFill>
              </a:defRPr>
            </a:pPr>
            <a:r>
              <a:rPr sz="1350" b="0">
                <a:solidFill>
                  <a:srgbClr val="DBEAFE"/>
                </a:solidFill>
              </a:rPr>
              <a:t>•  เข้าใจการทำเว็บไซต์ที่ใช้งานได้ทั้ง Desktop และ Mobile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4FF0E-6286-4C34-963E-9D5D8877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แนวทางต่อไป: เพิ่มเนื้อหาโครงการและปรับปรุงประสบการณ์ใช้งานอย่างต่อเนื่อง</a:t>
            </a:r>
          </a:p>
        </p:txBody>
      </p:sp>
    </p:spTree>
    <p:extLst>
      <p:ext uri="{BB962C8B-B14F-4D97-AF65-F5344CB8AC3E}">
        <p14:creationId xmlns:p14="http://schemas.microsoft.com/office/powerpoint/2010/main" val="5962437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29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0CEBC-7983-4753-9E9E-E250A202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ลิงก์ผลงานและช่องทางติดต่อ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7BAB5-A3FD-4DAA-94CA-82B0FBE6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BEAFE"/>
                </a:solidFill>
              </a:defRPr>
            </a:pPr>
            <a:r>
              <a:rPr sz="1500" b="1">
                <a:solidFill>
                  <a:srgbClr val="DBEAFE"/>
                </a:solidFill>
              </a:rPr>
              <a:t>เว็บไซต์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5EC53-3431-4B69-B1AF-107824F8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GitHub: github.com/sxdalnwza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5B475-89ED-425F-B05C-E8935498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BEAFE"/>
                </a:solidFill>
              </a:defRPr>
            </a:pPr>
            <a:r>
              <a:rPr sz="1500" b="1">
                <a:solidFill>
                  <a:srgbClr val="DBEAFE"/>
                </a:solidFill>
              </a:rPr>
              <a:t>ผลงานออนไลน์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0F93D-2A0A-4C20-942B-1B9C2A2B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ลิงก์เว็บไซต์และโปรเจกต์จริงอยู่ในหน้า “ผลงาน” ของ 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5005E-4D86-4706-9064-697F92B5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5334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77D20-DE16-4DEB-A2D0-A1DB16C7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Email: paweekorn022006@gmail.com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2CA5D-DCEB-4EC8-BDBC-9553B598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BEAFE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BEAFE"/>
                </a:solidFill>
              </a:defRPr>
            </a:pPr>
            <a:r>
              <a:rPr sz="2250" b="1">
                <a:solidFill>
                  <a:srgbClr val="DBEAFE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425689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2026-10-10T19:42:00.5890000Z</dcterms:created>
  <dcterms:modified xsi:type="dcterms:W3CDTF">2026-10-10T19:42:00.5890000Z</dcterms:modified>
</coreProperties>
</file>