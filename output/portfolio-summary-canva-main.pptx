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a11b9dce2f4503" /><Relationship Type="http://schemas.openxmlformats.org/officeDocument/2006/relationships/extended-properties" Target="/docProps/app.xml" Id="R2261e276f92047f2" /><Relationship Type="http://schemas.openxmlformats.org/officeDocument/2006/relationships/officeDocument" Target="/ppt/presentation.xml" Id="Rc845d639465140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1d752341704aff"/>
  </p:sldMasterIdLst>
  <p:notesMasterIdLst>
    <p:notesMasterId xmlns:r="http://schemas.openxmlformats.org/officeDocument/2006/relationships" r:id="Rbde806d793ae460a"/>
  </p:notesMasterIdLst>
  <p:sldIdLst>
    <p:sldId xmlns:r="http://schemas.openxmlformats.org/officeDocument/2006/relationships" id="256" r:id="Rba921efa3e7546f4"/>
    <p:sldId xmlns:r="http://schemas.openxmlformats.org/officeDocument/2006/relationships" id="257" r:id="Re37087b93b394843"/>
    <p:sldId xmlns:r="http://schemas.openxmlformats.org/officeDocument/2006/relationships" id="258" r:id="R69360f0ab2834614"/>
    <p:sldId xmlns:r="http://schemas.openxmlformats.org/officeDocument/2006/relationships" id="259" r:id="Rff9d92ac507e4dff"/>
    <p:sldId xmlns:r="http://schemas.openxmlformats.org/officeDocument/2006/relationships" id="260" r:id="R6a5c59e67dee4278"/>
    <p:sldId xmlns:r="http://schemas.openxmlformats.org/officeDocument/2006/relationships" id="261" r:id="Rba543bb2d55f4739"/>
    <p:sldId xmlns:r="http://schemas.openxmlformats.org/officeDocument/2006/relationships" id="262" r:id="Rd2e602539b2c45b0"/>
    <p:sldId xmlns:r="http://schemas.openxmlformats.org/officeDocument/2006/relationships" id="263" r:id="R585f6de4ad174ef9"/>
    <p:sldId xmlns:r="http://schemas.openxmlformats.org/officeDocument/2006/relationships" id="264" r:id="R3940e69de84e4e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eddf0e1df94623" /><Relationship Type="http://schemas.openxmlformats.org/officeDocument/2006/relationships/slideMaster" Target="/ppt/slideMasters/slideMaster1.xml" Id="R071d752341704aff" /><Relationship Type="http://schemas.openxmlformats.org/officeDocument/2006/relationships/notesMaster" Target="/ppt/notesMasters/notesMaster1.xml" Id="Rbde806d793ae460a" /><Relationship Type="http://schemas.openxmlformats.org/officeDocument/2006/relationships/presProps" Target="/ppt/presProps.xml" Id="Rd49ad9ba0a4d43d3" /><Relationship Type="http://schemas.openxmlformats.org/officeDocument/2006/relationships/tableStyles" Target="/ppt/tableStyles.xml" Id="Rba4286bdf17744c4" /><Relationship Type="http://schemas.openxmlformats.org/officeDocument/2006/relationships/slide" Target="/ppt/slides/slide1.xml" Id="Rba921efa3e7546f4" /><Relationship Type="http://schemas.openxmlformats.org/officeDocument/2006/relationships/slide" Target="/ppt/slides/slide2.xml" Id="Re37087b93b394843" /><Relationship Type="http://schemas.openxmlformats.org/officeDocument/2006/relationships/slide" Target="/ppt/slides/slide3.xml" Id="R69360f0ab2834614" /><Relationship Type="http://schemas.openxmlformats.org/officeDocument/2006/relationships/slide" Target="/ppt/slides/slide4.xml" Id="Rff9d92ac507e4dff" /><Relationship Type="http://schemas.openxmlformats.org/officeDocument/2006/relationships/slide" Target="/ppt/slides/slide5.xml" Id="R6a5c59e67dee4278" /><Relationship Type="http://schemas.openxmlformats.org/officeDocument/2006/relationships/slide" Target="/ppt/slides/slide6.xml" Id="Rba543bb2d55f4739" /><Relationship Type="http://schemas.openxmlformats.org/officeDocument/2006/relationships/slide" Target="/ppt/slides/slide7.xml" Id="Rd2e602539b2c45b0" /><Relationship Type="http://schemas.openxmlformats.org/officeDocument/2006/relationships/slide" Target="/ppt/slides/slide8.xml" Id="R585f6de4ad174ef9" /><Relationship Type="http://schemas.openxmlformats.org/officeDocument/2006/relationships/slide" Target="/ppt/slides/slide9.xml" Id="R3940e69de84e4e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cc9ccfcbf944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43aab7885e4d77" /><Relationship Type="http://schemas.openxmlformats.org/officeDocument/2006/relationships/notesMaster" Target="/ppt/notesMasters/notesMaster1.xml" Id="R48aa4d75766146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d313b560764812" /><Relationship Type="http://schemas.openxmlformats.org/officeDocument/2006/relationships/notesMaster" Target="/ppt/notesMasters/notesMaster1.xml" Id="Rf6eef746f39941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40274135d443e7" /><Relationship Type="http://schemas.openxmlformats.org/officeDocument/2006/relationships/notesMaster" Target="/ppt/notesMasters/notesMaster1.xml" Id="Rfdedccb892e04f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174a8f8127488a" /><Relationship Type="http://schemas.openxmlformats.org/officeDocument/2006/relationships/notesMaster" Target="/ppt/notesMasters/notesMaster1.xml" Id="Rc738ea09dc0443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a2b773c4bf43fd" /><Relationship Type="http://schemas.openxmlformats.org/officeDocument/2006/relationships/notesMaster" Target="/ppt/notesMasters/notesMaster1.xml" Id="R9af9d1c5876749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78e183a7214ec3" /><Relationship Type="http://schemas.openxmlformats.org/officeDocument/2006/relationships/notesMaster" Target="/ppt/notesMasters/notesMaster1.xml" Id="Re9cac306203b4f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812930d70d4fbc" /><Relationship Type="http://schemas.openxmlformats.org/officeDocument/2006/relationships/notesMaster" Target="/ppt/notesMasters/notesMaster1.xml" Id="R9377db00edb342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86eb691dac4c65" /><Relationship Type="http://schemas.openxmlformats.org/officeDocument/2006/relationships/notesMaster" Target="/ppt/notesMasters/notesMaster1.xml" Id="R9424be688a3142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4c3e8e022348ec" /><Relationship Type="http://schemas.openxmlformats.org/officeDocument/2006/relationships/notesMaster" Target="/ppt/notesMasters/notesMaster1.xml" Id="R7dc2c607f44a4c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db3b6a5dc643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abad07cc524d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2a007e82e542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8b0870bd7947d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c056aa30c445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4efdb4bedc49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10B39E-4B7A-4D89-AB42-7967FD497A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3DD9C1-D7BA-41E4-8D64-9AA5338DE2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6F32111-008E-4BAE-BCD9-70777ED1BE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A89A51-5EE6-4EA3-8A8A-BB51061C78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4726081-113F-4CA7-875A-4E49B4B5BB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F9B257E-F901-45E1-95BB-7CA4E2B529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AA2A61-0587-45A5-B90F-5B32D6B978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A95B996-1D37-46A6-92BF-F6D76F43161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2E5A61-A179-41EC-BD42-CA6A8A3C3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F78BE5-F268-4749-AC94-BF092CFFCC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39363b0a714902" /><Relationship Type="http://schemas.openxmlformats.org/officeDocument/2006/relationships/slideLayout" Target="/ppt/slideLayouts/slideLayout1.xml" Id="R92b9411e9b5743bc" /><Relationship Type="http://schemas.openxmlformats.org/officeDocument/2006/relationships/slideLayout" Target="/ppt/slideLayouts/slideLayout2.xml" Id="R7f607f6efb924d49" /><Relationship Type="http://schemas.openxmlformats.org/officeDocument/2006/relationships/slideLayout" Target="/ppt/slideLayouts/slideLayout3.xml" Id="R017a0c545d4a4568" /><Relationship Type="http://schemas.openxmlformats.org/officeDocument/2006/relationships/slideLayout" Target="/ppt/slideLayouts/slideLayout4.xml" Id="R0f503204f8fa4204" /><Relationship Type="http://schemas.openxmlformats.org/officeDocument/2006/relationships/slideLayout" Target="/ppt/slideLayouts/slideLayout5.xml" Id="R6ac1a64090ef4f95" /><Relationship Type="http://schemas.openxmlformats.org/officeDocument/2006/relationships/slideLayout" Target="/ppt/slideLayouts/slideLayout6.xml" Id="R951d2b16cc444d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b9411e9b5743bc"/>
    <p:sldLayoutId xmlns:r="http://schemas.openxmlformats.org/officeDocument/2006/relationships" id="2147483650" r:id="R7f607f6efb924d49"/>
    <p:sldLayoutId xmlns:r="http://schemas.openxmlformats.org/officeDocument/2006/relationships" id="2147483651" r:id="R017a0c545d4a4568"/>
    <p:sldLayoutId xmlns:r="http://schemas.openxmlformats.org/officeDocument/2006/relationships" id="2147483652" r:id="R0f503204f8fa4204"/>
    <p:sldLayoutId xmlns:r="http://schemas.openxmlformats.org/officeDocument/2006/relationships" id="2147483653" r:id="R6ac1a64090ef4f95"/>
    <p:sldLayoutId xmlns:r="http://schemas.openxmlformats.org/officeDocument/2006/relationships" id="2147483654" r:id="R951d2b16cc444d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905ad048d24ce3" /><Relationship Type="http://schemas.openxmlformats.org/officeDocument/2006/relationships/notesSlide" Target="/ppt/notesSlides/notesSlide1.xml" Id="R7de5675e6f2443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b05bf43b3245e3" /><Relationship Type="http://schemas.openxmlformats.org/officeDocument/2006/relationships/notesSlide" Target="/ppt/notesSlides/notesSlide2.xml" Id="Rb4a1b86baef147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2151c4cad8445b" /><Relationship Type="http://schemas.openxmlformats.org/officeDocument/2006/relationships/notesSlide" Target="/ppt/notesSlides/notesSlide3.xml" Id="R46d99d52200746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b5db4c955a4733" /><Relationship Type="http://schemas.openxmlformats.org/officeDocument/2006/relationships/notesSlide" Target="/ppt/notesSlides/notesSlide4.xml" Id="R29a291542b0243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96921821e64bba" /><Relationship Type="http://schemas.openxmlformats.org/officeDocument/2006/relationships/notesSlide" Target="/ppt/notesSlides/notesSlide5.xml" Id="Rcb795a4de05943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08e526714c4cd5" /><Relationship Type="http://schemas.openxmlformats.org/officeDocument/2006/relationships/image" Target="/ppt/media/image.png" Id="Radf863a59ae04ca7" /><Relationship Type="http://schemas.openxmlformats.org/officeDocument/2006/relationships/image" Target="/ppt/media/image2.png" Id="R72a175f47b084a2c" /><Relationship Type="http://schemas.openxmlformats.org/officeDocument/2006/relationships/notesSlide" Target="/ppt/notesSlides/notesSlide6.xml" Id="R18e9ae68705944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d2017c52054fc7" /><Relationship Type="http://schemas.openxmlformats.org/officeDocument/2006/relationships/notesSlide" Target="/ppt/notesSlides/notesSlide7.xml" Id="Rf80d21df42794e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f8d0e3163a43cf" /><Relationship Type="http://schemas.openxmlformats.org/officeDocument/2006/relationships/image" Target="/ppt/media/image3.png" Id="R587a8d91af5a4efc" /><Relationship Type="http://schemas.openxmlformats.org/officeDocument/2006/relationships/image" Target="/ppt/media/image4.png" Id="R77e0d0f9d83f45ef" /><Relationship Type="http://schemas.openxmlformats.org/officeDocument/2006/relationships/image" Target="/ppt/media/image5.png" Id="Re6df20545b6f4f65" /><Relationship Type="http://schemas.openxmlformats.org/officeDocument/2006/relationships/notesSlide" Target="/ppt/notesSlides/notesSlide8.xml" Id="R7606acc8babd4a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386aab229c4f51" /><Relationship Type="http://schemas.openxmlformats.org/officeDocument/2006/relationships/notesSlide" Target="/ppt/notesSlides/notesSlide9.xml" Id="Rb7a7ca4bea904c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9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A8EAB-3C87-4EA2-AAFB-B394781F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A24CA-1CD3-4D50-AAB0-990F1B74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DBEAFE"/>
                </a:solidFill>
              </a:defRPr>
            </a:pPr>
            <a:r>
              <a:rPr sz="1275" b="1">
                <a:solidFill>
                  <a:srgbClr val="DBEAFE"/>
                </a:solidFill>
              </a:rPr>
              <a:t>PERSONAL PORTFOLIO WEBSITE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D85DD-970E-4638-9468-B0C6F878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90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สรุปการพัฒนา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เว็บไซต์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8418A-0B72-42A5-8C39-13F04526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619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ปวีณ์กร ศรีสุข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วิชาการออกแบบและเขียนโปรแกรมเว็บเพจ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อาจารย์ สุขสวัสดิ์ แซ่ลิ่ม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4E20A-562A-40EB-B62D-8D67C45A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9055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DBEAFE"/>
                </a:solidFill>
              </a:defRPr>
            </a:pPr>
            <a:r>
              <a:rPr sz="1500" b="1">
                <a:solidFill>
                  <a:srgbClr val="DBEAFE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7247843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A72B4E-06D7-4A2A-826E-AB659123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01 ภาพรวม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F3355-9253-4BB0-864A-9D1C0016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เว็บไซต์มี 4 หน้าและใช้ CSS ร่วมกัน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FAA87-A1DC-42D9-B1C5-E6AE1204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14F41-0019-4D37-B965-D0072046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A56E2-FAD2-450A-B6A3-BBAB6844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953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3EB18-8B55-401B-94B9-04DED967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288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index.html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0CD4C-229D-4320-9A58-98A741DD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หน้าแรกและจุดเด่น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B2E0B-B0B6-4750-AEC7-3FE03CBD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4953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22836-42AE-4777-AE22-686EA970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288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about.html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C64BB-E9F1-44E4-8F2F-43BD9946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ประวัติและทักษะ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59989-E82D-4E50-9096-211DE21A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953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8AF2A-9284-46AB-A458-8D2FC27E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projects.html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85D60-DCA8-4288-9980-B8B0E869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ผลงาน 3 โครงการ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5E43AE-B13F-4181-BFF7-F2CF38F9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38500"/>
            <a:ext cx="4953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ADEA8E-49E1-4F2D-B7B2-B942EB3E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contact.html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0069BB-67E8-445B-A40C-EEB56610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ช่องทางติดต่อและฟอร์ม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8A0F60-7E68-449E-96B4-5064E2B9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ทุกหน้ามี Header, Navigation, Main, Footer และเรียกใช้ css/style.css ไฟล์เดียวกัน</a:t>
            </a:r>
          </a:p>
        </p:txBody>
      </p:sp>
    </p:spTree>
    <p:extLst>
      <p:ext uri="{BB962C8B-B14F-4D97-AF65-F5344CB8AC3E}">
        <p14:creationId xmlns:p14="http://schemas.microsoft.com/office/powerpoint/2010/main" val="11439659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C43E17-9555-4AA0-9CE2-F7356C82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02 HTML ที่จำเป็น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56C20-8B20-4D7D-B5A2-B28CFC6D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Semantic HTML ทำให้โครงสร้างชัดเจน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CEF44-BC41-4915-B040-79C7E3BF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28D9B-D5C2-4BA7-B6F5-5BB1A33D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2616E-50A0-47E0-A325-16C1571D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95875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828F8-3CFD-4EE3-9EF8-E91AA017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44291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&lt;header&gt;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  &lt;nav&gt;เมนูเว็บไซต์&lt;/nav&gt;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&lt;/header&gt;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&lt;main&gt;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  &lt;section&gt;เนื้อหาหลัก&lt;/section&gt;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  &lt;article&gt;การ์ดผลงาน&lt;/article&gt;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&lt;/main&gt;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&lt;footer&gt;ข้อมูลท้ายเว็บ&lt;/footer&gt;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DB1C9-AD30-4B1B-927F-C1279EF8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เหตุผลที่ใช้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A49519-7E06-4E2A-B621-BBF286C6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แบ่งหน้าที่ของแต่ละส่วนให้เข้าใจง่าย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610EB-F5BE-4186-9627-301F4A0C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ช่วยให้โค้ดเป็นระเบียบและเหมาะกับการอ่าน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E9C10-E31B-4886-ADCD-C6DB13E2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ตรงตามเงื่อนไข Semantic HTML ของงาน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4490D4-D729-402F-B241-0B817AC2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จุดที่ควรจำ: HTML ใช้สร้างโครงสร้าง ส่วน CSS ใช้ตกแต่ง</a:t>
            </a:r>
          </a:p>
        </p:txBody>
      </p:sp>
    </p:spTree>
    <p:extLst>
      <p:ext uri="{BB962C8B-B14F-4D97-AF65-F5344CB8AC3E}">
        <p14:creationId xmlns:p14="http://schemas.microsoft.com/office/powerpoint/2010/main" val="16125778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6EC25-3EC3-4F17-8D88-1A2F69C8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03 CLASS ที่จำเป็น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1CC6D-35B7-456E-83B3-67F62590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เมนูใช้ class เพื่อควบคุมการจัดวางและหน้าปัจจุบัน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A0478-9CCE-4650-892C-E683C699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59227-2A9C-438A-AA3C-466C1DD3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9AB2E-4132-492D-9B93-B1A991C2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332CB-4541-4200-B1B8-01BD714B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4381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&lt;nav class="navbar"&gt;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  &lt;ul class="nav-menu"&gt;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    &lt;li&gt;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      &lt;a class="active"&gt;หน้าแรก&lt;/a&gt;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    &lt;/li&gt;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  &lt;/ul&gt;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&lt;/nav&gt;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62F1C-D6F4-4034-90E4-4E234030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CSS ที่เกี่ยวข้อง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9EB14-E608-42FA-8E2C-9F5032E1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71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.navbar → จัดโลโก้และเมนูด้วย Flexbox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82C7D-D383-4A35-BFB5-17485FEF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43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.nav-menu → จัดรายการเมนูและระยะห่าง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4BEC9-19E5-4BCA-B5EB-648CCFDE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4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.active → ไฮไลต์เมนูหน้าปัจจุบัน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95776-E0FA-4129-ADFD-9AD63407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86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:hover → เปลี่ยนสีเมื่อวางเมาส์</a:t>
            </a:r>
          </a:p>
        </p:txBody>
      </p:sp>
    </p:spTree>
    <p:extLst>
      <p:ext uri="{BB962C8B-B14F-4D97-AF65-F5344CB8AC3E}">
        <p14:creationId xmlns:p14="http://schemas.microsoft.com/office/powerpoint/2010/main" val="16536805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E7136-7567-4E9E-A300-FB8AA547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04 CSS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B1844-4E95-41F2-BE67-B0815462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Flexbox คือคำสั่งหลักที่ใช้จัดหน้าเว็บ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D0362-5CEF-4A93-A521-BBE924A8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B63F2-79AA-4EA8-8D83-D3C08100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D40DD-F4D4-4EEC-BDBC-120C4119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23875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D9215-542C-4724-9270-132AF518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4572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.card-grid {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display: flex;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gap: 20px;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flex-wrap: wrap;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}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.card {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flex: 1 1 30%;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9F50E-C610-40A6-AAB5-F9A1F4AC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แปลคำสั่งสำคัญ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0E0A9-641A-45AC-8F2E-6C725C5F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display: flex → เปิดระบบจัดวางแบบ Flexbox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41205-88DA-4FC6-8FDA-3FBCF8BC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gap → กำหนดระยะห่างระหว่างการ์ด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A371B-0086-43D0-918B-F91FFAC0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flex-wrap → ให้การ์ดขึ้นบรรทัดใหม่เมื่อพื้นที่ไม่พอ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049505-D34B-4089-9DF6-24AE3355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862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flex: 1 1 30% → แสดงประมาณ 3 คอลัมน์</a:t>
            </a:r>
          </a:p>
        </p:txBody>
      </p:sp>
    </p:spTree>
    <p:extLst>
      <p:ext uri="{BB962C8B-B14F-4D97-AF65-F5344CB8AC3E}">
        <p14:creationId xmlns:p14="http://schemas.microsoft.com/office/powerpoint/2010/main" val="6880200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C90D3-7C99-4535-8DB8-CFA909E6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05 RESPONSIVE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283DB-347C-445C-9609-4DD74645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Media Query ทำให้เว็บเหมาะกับมือถือ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B4D26-2965-4B57-B5ED-0960E6A0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366E5-AEE3-473B-85AB-FBE93DAD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DE50C-8F57-4CA6-9D23-BDBE57A1B5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f863a59ae04ca7"/>
          <a:stretch xmlns:a="http://schemas.openxmlformats.org/drawingml/2006/main"/>
        </p:blipFill>
        <p:spPr>
          <a:xfrm xmlns:a="http://schemas.openxmlformats.org/drawingml/2006/main">
            <a:off x="1069357" y="1762125"/>
            <a:ext cx="4576412" cy="29527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04004-92BA-4B26-912A-3DD41EB8DC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175f47b084a2c"/>
          <a:stretch xmlns:a="http://schemas.openxmlformats.org/drawingml/2006/main"/>
        </p:blipFill>
        <p:spPr>
          <a:xfrm xmlns:a="http://schemas.openxmlformats.org/drawingml/2006/main">
            <a:off x="7802336" y="1762125"/>
            <a:ext cx="1349829" cy="2952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43DA4-ACA5-422A-8050-1643AA8D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57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E293B"/>
                </a:solidFill>
              </a:defRPr>
            </a:pPr>
            <a:r>
              <a:rPr sz="1500" b="1">
                <a:solidFill>
                  <a:srgbClr val="1E293B"/>
                </a:solidFill>
              </a:rPr>
              <a:t>Desktop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9AACE-63FC-416F-B662-45D1579B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57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E293B"/>
                </a:solidFill>
              </a:defRPr>
            </a:pPr>
            <a:r>
              <a:rPr sz="1500" b="1">
                <a:solidFill>
                  <a:srgbClr val="1E293B"/>
                </a:solidFill>
              </a:rPr>
              <a:t>Mobile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FFD23-C670-41B5-B01E-4E2FEB93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81625"/>
            <a:ext cx="8858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344C1-8D54-4C6E-AE13-79A0A989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7212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@media (max-width: 768px) { .card { flex: 1 1 100%; } }</a:t>
            </a:r>
          </a:p>
        </p:txBody>
      </p:sp>
    </p:spTree>
    <p:extLst>
      <p:ext uri="{BB962C8B-B14F-4D97-AF65-F5344CB8AC3E}">
        <p14:creationId xmlns:p14="http://schemas.microsoft.com/office/powerpoint/2010/main" val="9445281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98F91E-DE4B-459F-A968-A92854C0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06 สิ่งที่อาจารย์ถาม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A9315-0218-49F2-B138-AAAFF249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รูปภาพ ลิงก์ และฟอร์มใช้คำสั่งอะไร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C2F65-FD9F-45C5-803C-E18AA9B5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87C7B-DD07-447A-8443-CF744424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FDE77-9B3A-48D1-A34E-C6E7EB92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3143250"/>
          </a:xfrm>
          <a:prstGeom xmlns:a="http://schemas.openxmlformats.org/drawingml/2006/main" prst="roundRect">
            <a:avLst>
              <a:gd name="adj" fmla="val 363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E1452-7D76-417C-BA27-8352D4B4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รูปภาพ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B2799-D725-42A8-920B-D931A3D4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E293B"/>
                </a:solidFill>
              </a:defRPr>
            </a:pPr>
            <a:r>
              <a:rPr sz="1425" b="1">
                <a:solidFill>
                  <a:srgbClr val="1E293B"/>
                </a:solidFill>
              </a:rPr>
              <a:t>&lt;img src="images/soda.jpg" alt="รูปประจำตัว"&gt;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2913B-C7EE-4FE9-94A1-08897CB8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src ระบุที่อยู่รูป | alt อธิบายรูปเพื่อการเข้าถึง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6EE06-558F-4C1B-8513-413E6A50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ลิงก์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E87984-B319-4813-924A-B5D96487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E293B"/>
                </a:solidFill>
              </a:defRPr>
            </a:pPr>
            <a:r>
              <a:rPr sz="1425" b="1">
                <a:solidFill>
                  <a:srgbClr val="1E293B"/>
                </a:solidFill>
              </a:rPr>
              <a:t>&lt;a href="projects.html"&gt;ดูผลงาน&lt;/a&gt;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FCB59-D9B4-4122-BB9F-0D156473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href ระบุปลายทาง | target="_blank" เปิดแท็บใหม่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B19D39-7A08-4B18-9F87-27A0323E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ฟอร์ม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A3DC7-C6E8-476B-B8B3-5B647850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E293B"/>
                </a:solidFill>
              </a:defRPr>
            </a:pPr>
            <a:r>
              <a:rPr sz="1425" b="1">
                <a:solidFill>
                  <a:srgbClr val="1E293B"/>
                </a:solidFill>
              </a:rPr>
              <a:t>&lt;input type="email" required&gt;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835CD-890C-4154-8CCC-2844A4A8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type ตรวจชนิดข้อมูล | required บังคับกรอก</a:t>
            </a:r>
          </a:p>
        </p:txBody>
      </p:sp>
    </p:spTree>
    <p:extLst>
      <p:ext uri="{BB962C8B-B14F-4D97-AF65-F5344CB8AC3E}">
        <p14:creationId xmlns:p14="http://schemas.microsoft.com/office/powerpoint/2010/main" val="9249032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96D035-F0FA-4F48-8A24-DAD3DD03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07 ผลงาน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AD536-39CB-41AF-88AA-7C225B6C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ผลลัพธ์จากโครงสร้าง HTML และ CSS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DE9CE-42B9-492B-BB88-590FA60D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47840-EB8D-48F1-9D91-4CD9FB93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AD882-AE97-4C68-9498-2F568703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3337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425C0-8F67-4A55-A0F3-127AD3D0F8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a8d91af5a4efc"/>
          <a:stretch xmlns:a="http://schemas.openxmlformats.org/drawingml/2006/main"/>
        </p:blipFill>
        <p:spPr>
          <a:xfrm xmlns:a="http://schemas.openxmlformats.org/drawingml/2006/main">
            <a:off x="1398483" y="2095500"/>
            <a:ext cx="1908384" cy="1381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7159D-8A97-440C-BE19-AFA1D90F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E293B"/>
                </a:solidFill>
              </a:defRPr>
            </a:pPr>
            <a:r>
              <a:rPr sz="1425" b="1">
                <a:solidFill>
                  <a:srgbClr val="1E293B"/>
                </a:solidFill>
              </a:rPr>
              <a:t>ระบบแสดงรายการสัตว์เลี้ยง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1D4A0-B35A-4E65-8C99-7D19DFF1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HTML5, CSS3, Flexbox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0E2AE-F5AC-453A-8452-F5F49C44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857375"/>
            <a:ext cx="33337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B8BB9-DAAB-4CC2-A9AA-BCFA58A463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0d0f9d83f45ef"/>
          <a:stretch xmlns:a="http://schemas.openxmlformats.org/drawingml/2006/main"/>
        </p:blipFill>
        <p:spPr>
          <a:xfrm xmlns:a="http://schemas.openxmlformats.org/drawingml/2006/main">
            <a:off x="4974719" y="2095500"/>
            <a:ext cx="2090161" cy="13811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6977B-832B-41D2-BE27-FF044F31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7623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E293B"/>
                </a:solidFill>
              </a:defRPr>
            </a:pPr>
            <a:r>
              <a:rPr sz="1425" b="1">
                <a:solidFill>
                  <a:srgbClr val="1E293B"/>
                </a:solidFill>
              </a:rPr>
              <a:t>ระบบขอเวรเจ้าหน้าที่พยาบาล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954EA-E75D-4DCD-ABAF-804A0319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5243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JavaScript, Apps Script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865B8-E0F8-4BEB-85A4-1E1D316B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57375"/>
            <a:ext cx="33337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A6574-0CC0-4B83-94CA-C3A162BCD8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f20545b6f4f65"/>
          <a:stretch xmlns:a="http://schemas.openxmlformats.org/drawingml/2006/main"/>
        </p:blipFill>
        <p:spPr>
          <a:xfrm xmlns:a="http://schemas.openxmlformats.org/drawingml/2006/main">
            <a:off x="8832152" y="2095500"/>
            <a:ext cx="1709545" cy="138112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37DD58-F557-409A-8E95-7A4626CE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623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E293B"/>
                </a:solidFill>
              </a:defRPr>
            </a:pPr>
            <a:r>
              <a:rPr sz="1425" b="1">
                <a:solidFill>
                  <a:srgbClr val="1E293B"/>
                </a:solidFill>
              </a:rPr>
              <a:t>ระบบขอเวรและจัดตารางเวร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A6F92-750B-44AC-9CCD-0CD9DE7D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243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JavaScript, Supabase</a:t>
            </a:r>
          </a:p>
        </p:txBody>
      </p:sp>
    </p:spTree>
    <p:extLst>
      <p:ext uri="{BB962C8B-B14F-4D97-AF65-F5344CB8AC3E}">
        <p14:creationId xmlns:p14="http://schemas.microsoft.com/office/powerpoint/2010/main" val="9515257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6EF98D-982C-4163-85B2-3675973A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08 สรุป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85EC0-ADF8-40D6-AF50-38C3310D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ลำดับการอธิบายโค้ดตอนนำเสนอ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59FBF-1FAB-4878-B300-63BE4886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C0ED5-988D-4ED0-9DF9-38C66CC7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D71B2-2193-4E12-BA1C-48FFF7E0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CF9E9-5180-439E-917D-A01B3FD9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978C4-1D06-463A-B284-4BF5CD13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885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E293B"/>
                </a:solidFill>
              </a:defRPr>
            </a:pPr>
            <a:r>
              <a:rPr sz="1500" b="1">
                <a:solidFill>
                  <a:srgbClr val="1E293B"/>
                </a:solidFill>
              </a:rPr>
              <a:t>ไฟล์ 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60257-60A0-4BCD-86DD-7108DDA2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859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หน้านี้ใช้ไฟล์อะไร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4A88A-68AC-4EFB-B7B2-E3D5C665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C0ABF-7E10-40E6-B43E-4D88A08A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445E8-CF31-479C-878C-1DFF373A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552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E293B"/>
                </a:solidFill>
              </a:defRPr>
            </a:pPr>
            <a:r>
              <a:rPr sz="1500" b="1">
                <a:solidFill>
                  <a:srgbClr val="1E293B"/>
                </a:solidFill>
              </a:rPr>
              <a:t>class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C94AA-BBFC-42BC-ADD1-B5476CE6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527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ส่วนนี้ใช้ class อะไร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16303-F115-4EE4-A414-750E6FB6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70643-477E-4533-967F-8591A8BD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28636-6D5A-4EDA-BB91-C0654EEF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19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E293B"/>
                </a:solidFill>
              </a:defRPr>
            </a:pPr>
            <a:r>
              <a:rPr sz="1500" b="1">
                <a:solidFill>
                  <a:srgbClr val="1E293B"/>
                </a:solidFill>
              </a:rPr>
              <a:t>CSS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E5173A-9871-4000-BA73-CC7FCEDD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194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ค้นหา selector ชื่อเดียวกัน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1202B8-E835-421C-8F57-678A3CC6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F1BEE4-45D0-4F0E-B615-E4E52F23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CE86C1-AE48-4CAE-B23D-4D7FF1AC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8862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E293B"/>
                </a:solidFill>
              </a:defRPr>
            </a:pPr>
            <a:r>
              <a:rPr sz="1500" b="1">
                <a:solidFill>
                  <a:srgbClr val="1E293B"/>
                </a:solidFill>
              </a:rPr>
              <a:t>คำสั่ง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8E9C4A-B66F-4E9A-860E-890FFA2F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862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บอก display, gap, flex หรือ media query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986136-F5C4-4FD1-946C-44BACFD3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5A90AB-333C-4BF0-A266-D9115618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C812FA-1F0F-4D10-BE58-BCE93256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552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E293B"/>
                </a:solidFill>
              </a:defRPr>
            </a:pPr>
            <a:r>
              <a:rPr sz="1500" b="1">
                <a:solidFill>
                  <a:srgbClr val="1E293B"/>
                </a:solidFill>
              </a:rPr>
              <a:t>ผลลัพธ์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31250C-7663-44F0-ABC3-4368B6FE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529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ชี้ภาพว่าเว็บเปลี่ยนอย่างไร</a:t>
            </a:r>
          </a:p>
        </p:txBody>
      </p:sp>
    </p:spTree>
    <p:extLst>
      <p:ext uri="{BB962C8B-B14F-4D97-AF65-F5344CB8AC3E}">
        <p14:creationId xmlns:p14="http://schemas.microsoft.com/office/powerpoint/2010/main" val="7351276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2026-10-10T20:18:58.8110000Z</dcterms:created>
  <dcterms:modified xsi:type="dcterms:W3CDTF">2026-10-10T20:18:58.8110000Z</dcterms:modified>
</coreProperties>
</file>