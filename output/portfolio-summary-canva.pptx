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83a8f431344f1b" /><Relationship Type="http://schemas.openxmlformats.org/officeDocument/2006/relationships/extended-properties" Target="/docProps/app.xml" Id="R44c0fe40784d468c" /><Relationship Type="http://schemas.openxmlformats.org/officeDocument/2006/relationships/officeDocument" Target="/ppt/presentation.xml" Id="R4948546021514d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353218641e4f80"/>
  </p:sldMasterIdLst>
  <p:notesMasterIdLst>
    <p:notesMasterId xmlns:r="http://schemas.openxmlformats.org/officeDocument/2006/relationships" r:id="Re235a732b0bb4966"/>
  </p:notesMasterIdLst>
  <p:sldIdLst>
    <p:sldId xmlns:r="http://schemas.openxmlformats.org/officeDocument/2006/relationships" id="256" r:id="Re2ee5c4a062042d3"/>
    <p:sldId xmlns:r="http://schemas.openxmlformats.org/officeDocument/2006/relationships" id="257" r:id="R1a1e68275eee4641"/>
    <p:sldId xmlns:r="http://schemas.openxmlformats.org/officeDocument/2006/relationships" id="258" r:id="Rf8f17c08de2b4977"/>
    <p:sldId xmlns:r="http://schemas.openxmlformats.org/officeDocument/2006/relationships" id="259" r:id="R7e20578bbc8c42af"/>
    <p:sldId xmlns:r="http://schemas.openxmlformats.org/officeDocument/2006/relationships" id="260" r:id="R3c598bdce1154416"/>
    <p:sldId xmlns:r="http://schemas.openxmlformats.org/officeDocument/2006/relationships" id="261" r:id="R4e4b38bdb68f47c6"/>
    <p:sldId xmlns:r="http://schemas.openxmlformats.org/officeDocument/2006/relationships" id="262" r:id="Rab6b0c07590044ef"/>
    <p:sldId xmlns:r="http://schemas.openxmlformats.org/officeDocument/2006/relationships" id="263" r:id="Rfd67961323474ab5"/>
    <p:sldId xmlns:r="http://schemas.openxmlformats.org/officeDocument/2006/relationships" id="264" r:id="Rf867a53de95743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c4c13c4b9c4015" /><Relationship Type="http://schemas.openxmlformats.org/officeDocument/2006/relationships/slideMaster" Target="/ppt/slideMasters/slideMaster1.xml" Id="Rf1353218641e4f80" /><Relationship Type="http://schemas.openxmlformats.org/officeDocument/2006/relationships/notesMaster" Target="/ppt/notesMasters/notesMaster1.xml" Id="Re235a732b0bb4966" /><Relationship Type="http://schemas.openxmlformats.org/officeDocument/2006/relationships/presProps" Target="/ppt/presProps.xml" Id="R6898b0e51229441f" /><Relationship Type="http://schemas.openxmlformats.org/officeDocument/2006/relationships/tableStyles" Target="/ppt/tableStyles.xml" Id="Rdbda28ac635e45c3" /><Relationship Type="http://schemas.openxmlformats.org/officeDocument/2006/relationships/slide" Target="/ppt/slides/slide1.xml" Id="Re2ee5c4a062042d3" /><Relationship Type="http://schemas.openxmlformats.org/officeDocument/2006/relationships/slide" Target="/ppt/slides/slide2.xml" Id="R1a1e68275eee4641" /><Relationship Type="http://schemas.openxmlformats.org/officeDocument/2006/relationships/slide" Target="/ppt/slides/slide3.xml" Id="Rf8f17c08de2b4977" /><Relationship Type="http://schemas.openxmlformats.org/officeDocument/2006/relationships/slide" Target="/ppt/slides/slide4.xml" Id="R7e20578bbc8c42af" /><Relationship Type="http://schemas.openxmlformats.org/officeDocument/2006/relationships/slide" Target="/ppt/slides/slide5.xml" Id="R3c598bdce1154416" /><Relationship Type="http://schemas.openxmlformats.org/officeDocument/2006/relationships/slide" Target="/ppt/slides/slide6.xml" Id="R4e4b38bdb68f47c6" /><Relationship Type="http://schemas.openxmlformats.org/officeDocument/2006/relationships/slide" Target="/ppt/slides/slide7.xml" Id="Rab6b0c07590044ef" /><Relationship Type="http://schemas.openxmlformats.org/officeDocument/2006/relationships/slide" Target="/ppt/slides/slide8.xml" Id="Rfd67961323474ab5" /><Relationship Type="http://schemas.openxmlformats.org/officeDocument/2006/relationships/slide" Target="/ppt/slides/slide9.xml" Id="Rf867a53de95743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dff80fef7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22c63e993b4a46" /><Relationship Type="http://schemas.openxmlformats.org/officeDocument/2006/relationships/notesMaster" Target="/ppt/notesMasters/notesMaster1.xml" Id="R9477b34be7d747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ebff5818ee4ea7" /><Relationship Type="http://schemas.openxmlformats.org/officeDocument/2006/relationships/notesMaster" Target="/ppt/notesMasters/notesMaster1.xml" Id="Rc68e5304dad849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81217f52bf4ec9" /><Relationship Type="http://schemas.openxmlformats.org/officeDocument/2006/relationships/notesMaster" Target="/ppt/notesMasters/notesMaster1.xml" Id="Rfe3e01439eba47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b900eff2b04706" /><Relationship Type="http://schemas.openxmlformats.org/officeDocument/2006/relationships/notesMaster" Target="/ppt/notesMasters/notesMaster1.xml" Id="R80938b83f40741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5c2d0a14d14519" /><Relationship Type="http://schemas.openxmlformats.org/officeDocument/2006/relationships/notesMaster" Target="/ppt/notesMasters/notesMaster1.xml" Id="Rfda3f05db80a48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1746d939bf42b5" /><Relationship Type="http://schemas.openxmlformats.org/officeDocument/2006/relationships/notesMaster" Target="/ppt/notesMasters/notesMaster1.xml" Id="R829993f05b7440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53e57e797444a5" /><Relationship Type="http://schemas.openxmlformats.org/officeDocument/2006/relationships/notesMaster" Target="/ppt/notesMasters/notesMaster1.xml" Id="R6aba61b728df41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9dd168d906459e" /><Relationship Type="http://schemas.openxmlformats.org/officeDocument/2006/relationships/notesMaster" Target="/ppt/notesMasters/notesMaster1.xml" Id="R9e47f91aa1af45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85c86ce2e44420" /><Relationship Type="http://schemas.openxmlformats.org/officeDocument/2006/relationships/notesMaster" Target="/ppt/notesMasters/notesMaster1.xml" Id="R729e6fd08e2c4f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c0008185f46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f27496d2a4a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367f43bf54e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ea0878dae49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9d7cf7a8f48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600bdeb5144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DC823-9CD3-47A1-96DB-AC044B445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F8D1FE-0620-4529-AD27-6D25CF33AB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05A198-52A3-4C11-B51A-86200CEB3A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727329-994E-4123-B546-5FCE021CD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DF63CF-F6C7-436D-AA63-6175522572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E38382-A0DD-44B0-941E-EB50E7C31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2D8918-C6A6-46F2-8DEE-C320DCD2D0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BD0948-D6D5-4F89-893D-E08EBBD3AD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26B827-C93F-448F-BA23-049C8B1BE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0CEE51-69FA-48DB-83F7-1C75142CF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548fc5231402c" /><Relationship Type="http://schemas.openxmlformats.org/officeDocument/2006/relationships/slideLayout" Target="/ppt/slideLayouts/slideLayout1.xml" Id="Re8707b39739147fc" /><Relationship Type="http://schemas.openxmlformats.org/officeDocument/2006/relationships/slideLayout" Target="/ppt/slideLayouts/slideLayout2.xml" Id="Rc6024f785d3a47fa" /><Relationship Type="http://schemas.openxmlformats.org/officeDocument/2006/relationships/slideLayout" Target="/ppt/slideLayouts/slideLayout3.xml" Id="Re6b0c9e42357428e" /><Relationship Type="http://schemas.openxmlformats.org/officeDocument/2006/relationships/slideLayout" Target="/ppt/slideLayouts/slideLayout4.xml" Id="R2278a88694334128" /><Relationship Type="http://schemas.openxmlformats.org/officeDocument/2006/relationships/slideLayout" Target="/ppt/slideLayouts/slideLayout5.xml" Id="R91337a3d2d5a4398" /><Relationship Type="http://schemas.openxmlformats.org/officeDocument/2006/relationships/slideLayout" Target="/ppt/slideLayouts/slideLayout6.xml" Id="R9597c6dff296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707b39739147fc"/>
    <p:sldLayoutId xmlns:r="http://schemas.openxmlformats.org/officeDocument/2006/relationships" id="2147483650" r:id="Rc6024f785d3a47fa"/>
    <p:sldLayoutId xmlns:r="http://schemas.openxmlformats.org/officeDocument/2006/relationships" id="2147483651" r:id="Re6b0c9e42357428e"/>
    <p:sldLayoutId xmlns:r="http://schemas.openxmlformats.org/officeDocument/2006/relationships" id="2147483652" r:id="R2278a88694334128"/>
    <p:sldLayoutId xmlns:r="http://schemas.openxmlformats.org/officeDocument/2006/relationships" id="2147483653" r:id="R91337a3d2d5a4398"/>
    <p:sldLayoutId xmlns:r="http://schemas.openxmlformats.org/officeDocument/2006/relationships" id="2147483654" r:id="R9597c6dff296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32ce391244484" /><Relationship Type="http://schemas.openxmlformats.org/officeDocument/2006/relationships/notesSlide" Target="/ppt/notesSlides/notesSlide1.xml" Id="R0a9512f392c74e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1ced4a9fb4a43" /><Relationship Type="http://schemas.openxmlformats.org/officeDocument/2006/relationships/notesSlide" Target="/ppt/notesSlides/notesSlide2.xml" Id="Rbd301bf12e3c4b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c91483d2b4ea3" /><Relationship Type="http://schemas.openxmlformats.org/officeDocument/2006/relationships/notesSlide" Target="/ppt/notesSlides/notesSlide3.xml" Id="Red892cd9a8b14c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432ce9c7043a1" /><Relationship Type="http://schemas.openxmlformats.org/officeDocument/2006/relationships/notesSlide" Target="/ppt/notesSlides/notesSlide4.xml" Id="R6fd5994a0cdb43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79fe6a5434b37" /><Relationship Type="http://schemas.openxmlformats.org/officeDocument/2006/relationships/notesSlide" Target="/ppt/notesSlides/notesSlide5.xml" Id="Reb335796ab3d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cafcdfe414493" /><Relationship Type="http://schemas.openxmlformats.org/officeDocument/2006/relationships/notesSlide" Target="/ppt/notesSlides/notesSlide6.xml" Id="R71ff0dea597147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f45610e5b4a3b" /><Relationship Type="http://schemas.openxmlformats.org/officeDocument/2006/relationships/image" Target="/ppt/media/image.png" Id="Rcf6ca56364b34f8d" /><Relationship Type="http://schemas.openxmlformats.org/officeDocument/2006/relationships/image" Target="/ppt/media/image2.png" Id="R9bd8c3d727ef4230" /><Relationship Type="http://schemas.openxmlformats.org/officeDocument/2006/relationships/image" Target="/ppt/media/image3.png" Id="Ra11145082b8749e1" /><Relationship Type="http://schemas.openxmlformats.org/officeDocument/2006/relationships/notesSlide" Target="/ppt/notesSlides/notesSlide7.xml" Id="R94d5e0cfa1e0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cab20a39144ed" /><Relationship Type="http://schemas.openxmlformats.org/officeDocument/2006/relationships/notesSlide" Target="/ppt/notesSlides/notesSlide8.xml" Id="R75da7c93e76d44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12c3156804c58" /><Relationship Type="http://schemas.openxmlformats.org/officeDocument/2006/relationships/notesSlide" Target="/ppt/notesSlides/notesSlide9.xml" Id="R623695d84adb4d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8388E-B982-439E-A945-4CF6C10E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BF03F-7C31-4897-9410-7AB31C09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BEAFE"/>
                </a:solidFill>
              </a:defRPr>
            </a:pPr>
            <a:r>
              <a:rPr sz="1275" b="1">
                <a:solidFill>
                  <a:srgbClr val="DBEAFE"/>
                </a:solidFill>
              </a:rPr>
              <a:t>PERSONAL PORTFOLIO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D27AB-8594-42D7-9508-2A90062C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เอกสารสรุป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การพัฒนาเว็บไซต์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19FAC-218B-4797-95CE-13F387C5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เว็บไซต์แนะนำตนเองเพื่อเตรียมสมัครงาน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3E43A-5FA3-46D0-83F9-4F33619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ปวีณ์กร ศรีสุข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Software Engineering, NPRU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B322B-B133-4CF9-8B33-6F74F7E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905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81658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91E5F-57C0-4EE5-B1E6-5A117A74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  ข้อมูลผู้จัดทำ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02B14-FA83-44E7-A1EE-FA0547A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แนวคิดและวัตถุประสงค์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79574-73BE-4DC4-B9AD-CA15AAB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29681-B26E-44A3-A840-52CCDD27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E09F3-AC74-4ED6-82C2-E8F0B08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381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555BD-20E0-4186-B697-C8CB1A2E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ปวีณ์กร ศรีสุข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7D252-8275-4E78-BE8D-140C028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BEAFE"/>
                </a:solidFill>
              </a:defRPr>
            </a:pPr>
            <a:r>
              <a:rPr sz="1575" b="0">
                <a:solidFill>
                  <a:srgbClr val="DBEAFE"/>
                </a:solidFill>
              </a:rPr>
              <a:t>นักศึกษาชั้นปีที่ 2</a:t>
            </a:r>
          </a:p>
          <a:p xmlns:a="http://schemas.openxmlformats.org/drawingml/2006/main">
            <a:pPr>
              <a:defRPr sz="1575" b="0">
                <a:solidFill>
                  <a:srgbClr val="DBEAFE"/>
                </a:solidFill>
              </a:defRPr>
            </a:pPr>
            <a:r>
              <a:rPr sz="1575" b="0">
                <a:solidFill>
                  <a:srgbClr val="DBEAFE"/>
                </a:solidFill>
              </a:rPr>
              <a:t>สาขาวิชาวิศวกรรมซอฟต์แวร์</a:t>
            </a:r>
          </a:p>
          <a:p xmlns:a="http://schemas.openxmlformats.org/drawingml/2006/main">
            <a:pPr>
              <a:defRPr sz="1575" b="0">
                <a:solidFill>
                  <a:srgbClr val="DBEAFE"/>
                </a:solidFill>
              </a:defRPr>
            </a:pPr>
            <a:r>
              <a:rPr sz="1575" b="0">
                <a:solidFill>
                  <a:srgbClr val="DBEAFE"/>
                </a:solidFill>
              </a:rPr>
              <a:t>มหาวิทยาลัยราชภัฏนครปฐม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18457-05FC-4E10-91F9-3CF5BA44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BEAFE"/>
                </a:solidFill>
              </a:defRPr>
            </a:pPr>
            <a:r>
              <a:rPr sz="1125" b="1">
                <a:solidFill>
                  <a:srgbClr val="DBEAFE"/>
                </a:solidFill>
              </a:rPr>
              <a:t>ตำแหน่งที่สนใจ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BE727-14DC-4100-BFE8-C8EAD543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Backend Developer /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Software Engineer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2B9A3-F66A-4E84-85F9-7D95734B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เว็บไซต์นี้จัดทำขึ้นเพื่อรวบรวมประวัติ ทักษะ และผลงานสำหรับใช้แนะนำตนเองและประกอบการสมัครงาน โดยมุ่งสื่อสารความสนใจด้านระบบหลังบ้าน ฐานข้อมูล และการออกแบบระบบ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48996-F368-4A2D-8FA0-6840D867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5334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CE918-122F-4C7A-BAE2-E95DDEEB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กลุ่มเป้าหมาย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5045F-46E1-4646-ABA6-B34A8E75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ผู้สรรหาบุคลากร อาจารย์ และผู้ที่สนใจผลงานด้านการพัฒนาเว็บไซต์และระบบซอฟต์แวร์</a:t>
            </a:r>
          </a:p>
        </p:txBody>
      </p:sp>
    </p:spTree>
    <p:extLst>
      <p:ext uri="{BB962C8B-B14F-4D97-AF65-F5344CB8AC3E}">
        <p14:creationId xmlns:p14="http://schemas.microsoft.com/office/powerpoint/2010/main" val="348453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035C4-E963-4558-B407-6F83E2B9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  โครงสร้างเว็บไซต์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0024D-292B-4A1E-AE88-C6C98AF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เว็บไซต์ประกอบด้วย 4 หน้าหลัก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2887F-6463-4D14-986A-39A5C09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C81C6-5404-43E6-A645-6451492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5372C-F2EC-4EDC-92CB-B68DA169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B0BBF-56A0-49E2-8074-CB7D071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97C8D-0148-486C-8C59-B09CFAB9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193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หน้าแรก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11BF3-8313-444F-B26F-DDE6852D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index.html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2EDFA-B01D-46D7-99EC-6283F211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95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แนะนำตัว ตำแหน่งงานที่สนใจ และจุดเด่น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A6AFA-2DB8-49A8-A6BB-61009564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9497A-8D15-4540-A755-69865F5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6B69B-0B8B-4515-8100-55092BCA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193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ประวัติและทักษะ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37AEF-F169-4D51-A087-6128D55F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81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about.html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F0ABB-41FA-4FFF-AD02-A2CCF4A5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95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ประวัติ การศึกษา เป้าหมาย และทักษะ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72765-60B8-4217-B5B9-60B6251A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ADD50-BC7C-4678-A2AB-82F4F782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4B92C-ACBB-4A33-93D0-2B818ECA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29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ผลงาน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48A49-F278-43F2-B6C3-96D76A9A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91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projects.html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4E772-4EEF-4E7A-9287-024B484B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053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แสดงผลงาน 3 โครงการพร้อมรายละเอียด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0A201-C44B-44B7-9EA5-47CDA9E7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BB73E-A890-4556-9DCE-8483BE1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D7D21-8FB9-4A34-AA56-87E63C8A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ติดต่อ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818B1-8815-451F-BC69-E55F494B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91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contact.html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BF5E7-EE05-4294-AD69-1CA3B08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5053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ช่องทางติดต่อและแบบฟอร์มจำลอง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CB718-FBD5-4CA2-9823-A811C0B5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ทุกหน้ามี Header, Navigation, Footer และใช้ไฟล์ css/style.css ร่วมกัน</a:t>
            </a:r>
          </a:p>
        </p:txBody>
      </p:sp>
    </p:spTree>
    <p:extLst>
      <p:ext uri="{BB962C8B-B14F-4D97-AF65-F5344CB8AC3E}">
        <p14:creationId xmlns:p14="http://schemas.microsoft.com/office/powerpoint/2010/main" val="1369299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05EAC-F7F3-4B8F-A54F-85B7975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  การออกแบบเว็บไซต์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66E93-A3CD-4833-BF45-3321618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โทนสีเรียบ อ่านง่าย และเป็นมืออาชีพ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E1FCC-C6AC-4B6B-8248-97F0DB91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FC42E-8400-4004-8226-107E7A9B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975CE-F3C4-40E5-9648-D3BA38F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E28E9-5806-4E0B-946F-E33DF298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ชุดสีหลัก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36E89-DDCD-404E-BDE0-C5F4223D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8E426-2A20-4809-BCC2-CEA4BEE8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กรมท่าเข้ม  #1e293b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85880-BE79-40FC-80FA-834B4029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B21B8-4D27-4729-A587-1CB82C7B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น้ำเงิน  #2563eb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E5C02-A01F-4E3E-AE26-71A923C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67EBB-E14B-41B2-ABCB-7A1E9F16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95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พื้นหลัง  #f4f7f6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B61CD-B667-4B0F-9DC6-B0096C32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A650A-3FFC-4016-8D43-39F51C2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19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ขาว  #ffffff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44436-A924-4014-940E-FAFFA26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แนวทางการจัดวาง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6BA53-0B04-4448-8263-1AD3BBA4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76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ใช้พื้นที่ว่างและกล่องเนื้อหาเพื่อแบ่งส่วนข้อมูล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47E4D-672F-4E5D-990C-7B086A65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03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ใช้การ์ดสำหรับแสดงทักษะและผลงาน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E6BC6-B718-4CB6-B8F6-35DEA062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242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ใช้สีกรมท่าเป็นพื้นฐานและสีน้ำเงินเป็นจุดเน้น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26F9A-7247-4538-832A-49AC7A5E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48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ใช้ฟอนต์ Segoe UI และลำดับหัวข้อชัดเจน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AB0BA-6E9B-4960-994C-27B20F68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6250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58892-41C5-4E55-894C-D776027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958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รูปแบบเดียวกันทั้งเว็บไซต์ช่วยให้ผู้ใช้จดจำเมนูและใช้งานต่อเนื่องได้ง่าย</a:t>
            </a:r>
          </a:p>
        </p:txBody>
      </p:sp>
    </p:spTree>
    <p:extLst>
      <p:ext uri="{BB962C8B-B14F-4D97-AF65-F5344CB8AC3E}">
        <p14:creationId xmlns:p14="http://schemas.microsoft.com/office/powerpoint/2010/main" val="2142601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BE7CF-1EE1-4236-AB23-E3C75229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  เทคนิคที่ใช้ในการพัฒนา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FABF3-B604-4740-8921-A4BD9C4C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โครงสร้าง HTML และ CSS ที่นำมาใช้จริง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64441-92DD-4FFD-BC87-29F17BA6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69CF7-767C-47CC-8456-C3543630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9E26D-3939-44CA-BD4E-A415F20C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285F4-794E-46B9-86D3-88BD1D2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Semantic HTML: header, nav, main, section, article, footer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05BFD-DA14-488F-ABC8-510D229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External CSS ผ่านไฟล์ css/style.css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B4C0A-8F64-40C8-94B0-689E4962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861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Class และ ID สำหรับจัดกลุ่มและเชื่อมโยงฟอร์ม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77B1E-CDE9-4931-A886-82E9A1EC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38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Flexbox สำหรับเมนู หน้าแนะนำตัว และการ์ดผลงาน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13476-CE33-4AAD-9ED5-BA580DB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B5CB1-6A28-4293-B036-E8D7972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CSS Box Model และตัวแปรสีใน :root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CBC1D-B7E2-4798-880D-9BDF2E2E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:hover และ .active สำหรับเมนูและปุ่ม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646CB-02EB-431C-B8F9-99BBA135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Responsive Image ด้วย max-width: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FDDDE-28D0-49DB-A047-D34ED1C9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Internal Link และ External Link ไปยังผลงานจริง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A030D-4C5D-4304-B8AB-0B48957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962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5844D-08A8-4C00-A856-27452DD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ตัวอย่างสำคัญ: .card-grid { display: flex; gap: 20px; flex-wrap: wrap; }</a:t>
            </a:r>
          </a:p>
        </p:txBody>
      </p:sp>
    </p:spTree>
    <p:extLst>
      <p:ext uri="{BB962C8B-B14F-4D97-AF65-F5344CB8AC3E}">
        <p14:creationId xmlns:p14="http://schemas.microsoft.com/office/powerpoint/2010/main" val="1975919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5EFD2-E65D-4287-A595-0DCE571F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  RESPONSIVE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54604-EA91-4B3F-ACA5-D800355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เว็บไซต์ปรับตัวตามขนาดหน้าจอ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145FA-F532-4DB2-972F-D940E6D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45710-C9EF-4762-8797-7386256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41C36-7DB9-4611-976A-AFA2277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77EC4-3C86-4F32-9C7B-5B41C36F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4F54C-08F9-4C2E-A2E3-AD7C0B0E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905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CF5A0-195E-4D2B-8D5B-65B534E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D5EC1-262C-4DF1-A1A8-72CDC62C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33750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6B4C7-5E14-4332-BA90-8140D2A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33750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2B365-FC98-4B54-9B92-14FE5D99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33750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EE037-7687-42C1-B66E-B1E95733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การ์ด 3 คอลัมน์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E5A1E-2A01-4191-A667-59B37256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FEAEB-F6B3-46E2-9BC8-4BC8359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D4F2D-533B-4F4C-A93D-BA669BC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1619250" cy="2190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34BDC-C3F0-405A-ACAB-DD4BCEEA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98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44021-5A58-4B45-8F82-D748517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80005-2667-48EC-B5B1-D68861B7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EF3E3-C8D6-4392-9D79-7967863D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67200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01D2F-635F-455D-B7FD-0F9A408A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การ์ด 1 คอลัมน์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เมนูขึ้นบรรทัดใหม่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7F8D4-E6C8-4C55-8860-3E633E24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ใช้ Media Query ที่ max-width: 768px เพื่อปรับเมนู การ์ด และส่วนแนะนำตัวให้เหมาะกับมือถือ</a:t>
            </a:r>
          </a:p>
        </p:txBody>
      </p:sp>
    </p:spTree>
    <p:extLst>
      <p:ext uri="{BB962C8B-B14F-4D97-AF65-F5344CB8AC3E}">
        <p14:creationId xmlns:p14="http://schemas.microsoft.com/office/powerpoint/2010/main" val="1159460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A8C02-94DF-4FE0-BFB2-FBE691D2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  ผลงาน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F933B-580C-4470-801D-AA4A8D03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ผลงานที่นำเสนอใน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2442-D1E8-48D5-A891-AF3A50CA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A52F8-F5E6-4F86-968A-95B763D3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C0EEA-A194-4E81-93E2-AFA3467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38023-5C53-46F2-8B93-60CDE03CA1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ca56364b34f8d"/>
          <a:stretch xmlns:a="http://schemas.openxmlformats.org/drawingml/2006/main"/>
        </p:blipFill>
        <p:spPr>
          <a:xfrm xmlns:a="http://schemas.openxmlformats.org/drawingml/2006/main">
            <a:off x="1332677" y="2047875"/>
            <a:ext cx="2039996" cy="147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FE16A-7ED0-4349-BBAA-A58D5CAF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E293B"/>
                </a:solidFill>
              </a:defRPr>
            </a:pPr>
            <a:r>
              <a:rPr sz="1575" b="1">
                <a:solidFill>
                  <a:srgbClr val="1E293B"/>
                </a:solidFill>
              </a:rPr>
              <a:t>ระบบแสดงรายการสัตว์เลี้ยง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E38CD-6251-4783-B88D-EA6FF998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HTML5, CSS3,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DF63A-D32E-4C0D-96DE-4C750DB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ACC6C-0BEE-4DA7-99E8-DA83A98D5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8c3d727ef4230"/>
          <a:stretch xmlns:a="http://schemas.openxmlformats.org/drawingml/2006/main"/>
        </p:blipFill>
        <p:spPr>
          <a:xfrm xmlns:a="http://schemas.openxmlformats.org/drawingml/2006/main">
            <a:off x="4902645" y="2047875"/>
            <a:ext cx="2234310" cy="1476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3317D-68F3-4E6C-A161-DD29AE8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14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E293B"/>
                </a:solidFill>
              </a:defRPr>
            </a:pPr>
            <a:r>
              <a:rPr sz="1575" b="1">
                <a:solidFill>
                  <a:srgbClr val="1E293B"/>
                </a:solidFill>
              </a:rPr>
              <a:t>ระบบขอเวรเจ้าหน้าที่พยาบาล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D33B5-BD2C-46FB-83DB-C93853AB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7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Apps Script, Google Sheets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94F78-AA50-4CE8-B801-1FC2CAC9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B054F-70BA-4EB9-A29E-A8B437F62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145082b8749e1"/>
          <a:stretch xmlns:a="http://schemas.openxmlformats.org/drawingml/2006/main"/>
        </p:blipFill>
        <p:spPr>
          <a:xfrm xmlns:a="http://schemas.openxmlformats.org/drawingml/2006/main">
            <a:off x="8773202" y="2047875"/>
            <a:ext cx="1827445" cy="1476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AEC99-7748-4F21-B43B-269F285C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E293B"/>
                </a:solidFill>
              </a:defRPr>
            </a:pPr>
            <a:r>
              <a:rPr sz="1575" b="1">
                <a:solidFill>
                  <a:srgbClr val="1E293B"/>
                </a:solidFill>
              </a:rPr>
              <a:t>ระบบขอเวรและจัดตารางเวร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773BE-DD1D-402D-85D1-BFC56064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Supabase, Export PDF/Excel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56734-AAA2-4C40-A4AF-7DBDD67E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ทุกผลงานระบุคำอธิบาย หน้าที่รับผิดชอบ และเทคโนโลยีที่ใช้</a:t>
            </a:r>
          </a:p>
        </p:txBody>
      </p:sp>
    </p:spTree>
    <p:extLst>
      <p:ext uri="{BB962C8B-B14F-4D97-AF65-F5344CB8AC3E}">
        <p14:creationId xmlns:p14="http://schemas.microsoft.com/office/powerpoint/2010/main" val="1054562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0CF05-A4C7-4486-953A-9A8D2DF2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  สรุปการพัฒนา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2695C-5683-41E0-A74D-0C9B9EC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ปัญหาที่พบและสิ่งที่ได้เรียนรู้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5F01A-2D55-43E4-BB36-4687559D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CB839-3A7A-4A3F-8F7A-20674D52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E9845-8086-4E6F-8ECB-A7D6CAE7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86990-BBC2-44B4-94F1-7A93025E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ปัญหาที่พบและวิธีแก้ไข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1E2E5-5097-4C3A-8A4F-F6909B10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ต้องจัดข้อมูลหลายประเภทให้สื่อสารได้ภายในหน้าเดียว จึงแบ่งเป็นส่วนและการ์ด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BA594-1A7A-47AD-9C79-8C7D7BFF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ต้องรองรับหน้าจอเล็ก จึงใช้ Flexbox และ Media Query ปรับการเรียงเนื้อหา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DD73A-EC98-4DF4-BA11-42047581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ต้องควบคุมรูปภาพหลายขนาด จึงกำหนด max-width และ object-fit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79D74-085F-4498-B90E-5B7B223E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E5153-5CB9-49CF-ACED-B5D0DFB6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สิ่งที่ได้เรียนรู้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57535-D2F9-4E48-88E5-43C78F8B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BEAFE"/>
                </a:solidFill>
              </a:defRPr>
            </a:pPr>
            <a:r>
              <a:rPr sz="1350" b="0">
                <a:solidFill>
                  <a:srgbClr val="DBEAFE"/>
                </a:solidFill>
              </a:rPr>
              <a:t>•  วางโครงสร้างเว็บไซต์ก่อนลงมือเขียนโค้ด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442E0-5AC5-44F4-9EB0-3961A3DE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BEAFE"/>
                </a:solidFill>
              </a:defRPr>
            </a:pPr>
            <a:r>
              <a:rPr sz="1350" b="0">
                <a:solidFill>
                  <a:srgbClr val="DBEAFE"/>
                </a:solidFill>
              </a:rPr>
              <a:t>•  เชื่อมโยงเนื้อหา HTML กับการออกแบบ CSS อย่างเป็นระบบ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3F355-30B2-4422-BD51-A484E5C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BEAFE"/>
                </a:solidFill>
              </a:defRPr>
            </a:pPr>
            <a:r>
              <a:rPr sz="1350" b="0">
                <a:solidFill>
                  <a:srgbClr val="DBEAFE"/>
                </a:solidFill>
              </a:rPr>
              <a:t>•  เข้าใจการทำเว็บไซต์ที่ใช้งานได้ทั้ง Desktop และ 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E5160-E26F-41AF-A0C4-9E0E11D8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แนวทางต่อไป: เพิ่มเนื้อหาโครงการและปรับปรุงประสบการณ์ใช้งานอย่างต่อเนื่อง</a:t>
            </a:r>
          </a:p>
        </p:txBody>
      </p:sp>
    </p:spTree>
    <p:extLst>
      <p:ext uri="{BB962C8B-B14F-4D97-AF65-F5344CB8AC3E}">
        <p14:creationId xmlns:p14="http://schemas.microsoft.com/office/powerpoint/2010/main" val="13709568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8511E-E1B5-4E96-9BE0-3782F02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ลิงก์ผลงานและช่องทางติดต่อ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FCA42-A5A8-4714-94CA-1630C3AD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เว็บไซต์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FA4CB-4D32-4F53-85D8-640AF97A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GitHub: github.com/sxdalnwza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0EFB2-2E2F-4B0F-BD11-919934DB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ผลงานออนไลน์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7C4C2-A5E2-4ACD-836B-9A16A17F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ลิงก์เว็บไซต์และโปรเจกต์จริงอยู่ในหน้า “ผลงาน” ของ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A3041-9F12-4F7E-8491-51BC730B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533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BDB8C-B4C4-4CCC-98F4-27DE4E68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Email: paweekorn022006@gmail.com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13273-9573-4E2B-B200-2338DBB2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BEAFE"/>
                </a:solidFill>
              </a:defRPr>
            </a:pPr>
            <a:r>
              <a:rPr sz="2250" b="1">
                <a:solidFill>
                  <a:srgbClr val="DBEAFE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867095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2026-10-10T19:38:08.2220000Z</dcterms:created>
  <dcterms:modified xsi:type="dcterms:W3CDTF">2026-10-10T19:38:08.2220000Z</dcterms:modified>
</coreProperties>
</file>