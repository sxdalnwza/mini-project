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43b8d2a9314c74" /><Relationship Type="http://schemas.openxmlformats.org/officeDocument/2006/relationships/extended-properties" Target="/docProps/app.xml" Id="Red9017b93ccb4ebe" /><Relationship Type="http://schemas.openxmlformats.org/officeDocument/2006/relationships/officeDocument" Target="/ppt/presentation.xml" Id="R23f84fcc4b4847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26c7ef7ad440cb"/>
  </p:sldMasterIdLst>
  <p:notesMasterIdLst>
    <p:notesMasterId xmlns:r="http://schemas.openxmlformats.org/officeDocument/2006/relationships" r:id="R7b7ad0149a18414b"/>
  </p:notesMasterIdLst>
  <p:sldIdLst>
    <p:sldId xmlns:r="http://schemas.openxmlformats.org/officeDocument/2006/relationships" id="256" r:id="Reb83283731f948c4"/>
    <p:sldId xmlns:r="http://schemas.openxmlformats.org/officeDocument/2006/relationships" id="257" r:id="R6a99a548a6c84f02"/>
    <p:sldId xmlns:r="http://schemas.openxmlformats.org/officeDocument/2006/relationships" id="258" r:id="R37866b2adf874972"/>
    <p:sldId xmlns:r="http://schemas.openxmlformats.org/officeDocument/2006/relationships" id="259" r:id="Ra18f0de296ff4eeb"/>
    <p:sldId xmlns:r="http://schemas.openxmlformats.org/officeDocument/2006/relationships" id="260" r:id="Reb64b27ca0724039"/>
    <p:sldId xmlns:r="http://schemas.openxmlformats.org/officeDocument/2006/relationships" id="261" r:id="R5290c4f01f57417b"/>
    <p:sldId xmlns:r="http://schemas.openxmlformats.org/officeDocument/2006/relationships" id="262" r:id="Rf23c9caee0f145fa"/>
    <p:sldId xmlns:r="http://schemas.openxmlformats.org/officeDocument/2006/relationships" id="263" r:id="Rc6e4658111b44791"/>
    <p:sldId xmlns:r="http://schemas.openxmlformats.org/officeDocument/2006/relationships" id="264" r:id="R0f8c09fbe6ed4684"/>
    <p:sldId xmlns:r="http://schemas.openxmlformats.org/officeDocument/2006/relationships" id="265" r:id="R4b70b3e3652b409b"/>
    <p:sldId xmlns:r="http://schemas.openxmlformats.org/officeDocument/2006/relationships" id="266" r:id="R3e9f2b6a394f4542"/>
    <p:sldId xmlns:r="http://schemas.openxmlformats.org/officeDocument/2006/relationships" id="267" r:id="R44a7f9f5dd894556"/>
    <p:sldId xmlns:r="http://schemas.openxmlformats.org/officeDocument/2006/relationships" id="268" r:id="R658ad737381243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115c9faf1746c6" /><Relationship Type="http://schemas.openxmlformats.org/officeDocument/2006/relationships/slideMaster" Target="/ppt/slideMasters/slideMaster1.xml" Id="Rdb26c7ef7ad440cb" /><Relationship Type="http://schemas.openxmlformats.org/officeDocument/2006/relationships/notesMaster" Target="/ppt/notesMasters/notesMaster1.xml" Id="R7b7ad0149a18414b" /><Relationship Type="http://schemas.openxmlformats.org/officeDocument/2006/relationships/presProps" Target="/ppt/presProps.xml" Id="Re266cb4b3e254713" /><Relationship Type="http://schemas.openxmlformats.org/officeDocument/2006/relationships/tableStyles" Target="/ppt/tableStyles.xml" Id="R9771e7cab9ef4bd3" /><Relationship Type="http://schemas.openxmlformats.org/officeDocument/2006/relationships/slide" Target="/ppt/slides/slide1.xml" Id="Reb83283731f948c4" /><Relationship Type="http://schemas.openxmlformats.org/officeDocument/2006/relationships/slide" Target="/ppt/slides/slide2.xml" Id="R6a99a548a6c84f02" /><Relationship Type="http://schemas.openxmlformats.org/officeDocument/2006/relationships/slide" Target="/ppt/slides/slide3.xml" Id="R37866b2adf874972" /><Relationship Type="http://schemas.openxmlformats.org/officeDocument/2006/relationships/slide" Target="/ppt/slides/slide4.xml" Id="Ra18f0de296ff4eeb" /><Relationship Type="http://schemas.openxmlformats.org/officeDocument/2006/relationships/slide" Target="/ppt/slides/slide5.xml" Id="Reb64b27ca0724039" /><Relationship Type="http://schemas.openxmlformats.org/officeDocument/2006/relationships/slide" Target="/ppt/slides/slide6.xml" Id="R5290c4f01f57417b" /><Relationship Type="http://schemas.openxmlformats.org/officeDocument/2006/relationships/slide" Target="/ppt/slides/slide7.xml" Id="Rf23c9caee0f145fa" /><Relationship Type="http://schemas.openxmlformats.org/officeDocument/2006/relationships/slide" Target="/ppt/slides/slide8.xml" Id="Rc6e4658111b44791" /><Relationship Type="http://schemas.openxmlformats.org/officeDocument/2006/relationships/slide" Target="/ppt/slides/slide9.xml" Id="R0f8c09fbe6ed4684" /><Relationship Type="http://schemas.openxmlformats.org/officeDocument/2006/relationships/slide" Target="/ppt/slides/slide10.xml" Id="R4b70b3e3652b409b" /><Relationship Type="http://schemas.openxmlformats.org/officeDocument/2006/relationships/slide" Target="/ppt/slides/slide11.xml" Id="R3e9f2b6a394f4542" /><Relationship Type="http://schemas.openxmlformats.org/officeDocument/2006/relationships/slide" Target="/ppt/slides/slide12.xml" Id="R44a7f9f5dd894556" /><Relationship Type="http://schemas.openxmlformats.org/officeDocument/2006/relationships/slide" Target="/ppt/slides/slide13.xml" Id="R658ad737381243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a021182ffa43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401ed376d04bed" /><Relationship Type="http://schemas.openxmlformats.org/officeDocument/2006/relationships/notesMaster" Target="/ppt/notesMasters/notesMaster1.xml" Id="Rd5c5c70e818246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de2ae99d924a2a" /><Relationship Type="http://schemas.openxmlformats.org/officeDocument/2006/relationships/notesMaster" Target="/ppt/notesMasters/notesMaster1.xml" Id="Rf4cdeeecd30b48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10209fed8048e8" /><Relationship Type="http://schemas.openxmlformats.org/officeDocument/2006/relationships/notesMaster" Target="/ppt/notesMasters/notesMaster1.xml" Id="R2b4e96a42fa143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b09d7de80947e1" /><Relationship Type="http://schemas.openxmlformats.org/officeDocument/2006/relationships/notesMaster" Target="/ppt/notesMasters/notesMaster1.xml" Id="Ra2e3ac7f607443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d50d4c9e894a46" /><Relationship Type="http://schemas.openxmlformats.org/officeDocument/2006/relationships/notesMaster" Target="/ppt/notesMasters/notesMaster1.xml" Id="R3afd38de700942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be767fb87d41ef" /><Relationship Type="http://schemas.openxmlformats.org/officeDocument/2006/relationships/notesMaster" Target="/ppt/notesMasters/notesMaster1.xml" Id="Rafca5111388c40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a72ae72125458b" /><Relationship Type="http://schemas.openxmlformats.org/officeDocument/2006/relationships/notesMaster" Target="/ppt/notesMasters/notesMaster1.xml" Id="Re4d206ac4c3844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fe49b031ae4c01" /><Relationship Type="http://schemas.openxmlformats.org/officeDocument/2006/relationships/notesMaster" Target="/ppt/notesMasters/notesMaster1.xml" Id="R49519951dcb047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5746fca4ff42ca" /><Relationship Type="http://schemas.openxmlformats.org/officeDocument/2006/relationships/notesMaster" Target="/ppt/notesMasters/notesMaster1.xml" Id="Rad9730a60bd249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21238ecb624bea" /><Relationship Type="http://schemas.openxmlformats.org/officeDocument/2006/relationships/notesMaster" Target="/ppt/notesMasters/notesMaster1.xml" Id="R82c451ea02ce4d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be1d8df718947a5" /><Relationship Type="http://schemas.openxmlformats.org/officeDocument/2006/relationships/notesMaster" Target="/ppt/notesMasters/notesMaster1.xml" Id="Rc4118eb438094ac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8b5c0fc64b46e3" /><Relationship Type="http://schemas.openxmlformats.org/officeDocument/2006/relationships/notesMaster" Target="/ppt/notesMasters/notesMaster1.xml" Id="R54c67d594df4481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4b1a44b2cf04272" /><Relationship Type="http://schemas.openxmlformats.org/officeDocument/2006/relationships/notesMaster" Target="/ppt/notesMasters/notesMaster1.xml" Id="R3ddaff6b0fb146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d293cf8e394b0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2276eb11354b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6e0daaaf0e455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2dc3729377499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9f4b1b80eb413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a654180c5a45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9C0C74-F150-4B90-BD65-35FF3C478A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70186FE-34F3-4222-B5F8-5E798B268C6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DF07DB7-23A3-48BE-B8B4-BF5912D2B4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23D59C-FEC1-4C10-963E-3918DC1D36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22F9FC0-FADA-420E-911B-BFB2822D11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8A19E7F-5395-42FA-ACE9-382E70A961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B4D344-89A8-4AAC-BED6-F25BDB0A94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7D6ED96-ADDC-49A5-BC55-C74A698636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8D893A-3ED6-4EDA-AAC1-4B6BD7B17A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6BC88A0-0041-40C2-B9E4-070AE3C6C8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a45143675e4da0" /><Relationship Type="http://schemas.openxmlformats.org/officeDocument/2006/relationships/slideLayout" Target="/ppt/slideLayouts/slideLayout1.xml" Id="R1ff85f692c774dfe" /><Relationship Type="http://schemas.openxmlformats.org/officeDocument/2006/relationships/slideLayout" Target="/ppt/slideLayouts/slideLayout2.xml" Id="R339d6514c4c94115" /><Relationship Type="http://schemas.openxmlformats.org/officeDocument/2006/relationships/slideLayout" Target="/ppt/slideLayouts/slideLayout3.xml" Id="Rc16ec325784d4cf5" /><Relationship Type="http://schemas.openxmlformats.org/officeDocument/2006/relationships/slideLayout" Target="/ppt/slideLayouts/slideLayout4.xml" Id="R809e7e0033234807" /><Relationship Type="http://schemas.openxmlformats.org/officeDocument/2006/relationships/slideLayout" Target="/ppt/slideLayouts/slideLayout5.xml" Id="R3f774bfb759a4ced" /><Relationship Type="http://schemas.openxmlformats.org/officeDocument/2006/relationships/slideLayout" Target="/ppt/slideLayouts/slideLayout6.xml" Id="R99c9618fcd8a4f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f85f692c774dfe"/>
    <p:sldLayoutId xmlns:r="http://schemas.openxmlformats.org/officeDocument/2006/relationships" id="2147483650" r:id="R339d6514c4c94115"/>
    <p:sldLayoutId xmlns:r="http://schemas.openxmlformats.org/officeDocument/2006/relationships" id="2147483651" r:id="Rc16ec325784d4cf5"/>
    <p:sldLayoutId xmlns:r="http://schemas.openxmlformats.org/officeDocument/2006/relationships" id="2147483652" r:id="R809e7e0033234807"/>
    <p:sldLayoutId xmlns:r="http://schemas.openxmlformats.org/officeDocument/2006/relationships" id="2147483653" r:id="R3f774bfb759a4ced"/>
    <p:sldLayoutId xmlns:r="http://schemas.openxmlformats.org/officeDocument/2006/relationships" id="2147483654" r:id="R99c9618fcd8a4f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621af5f14c471e" /><Relationship Type="http://schemas.openxmlformats.org/officeDocument/2006/relationships/notesSlide" Target="/ppt/notesSlides/notesSlide1.xml" Id="R5c25d8badaca46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89abbbae2e4ab7" /><Relationship Type="http://schemas.openxmlformats.org/officeDocument/2006/relationships/notesSlide" Target="/ppt/notesSlides/notesSlide2.xml" Id="R878bd0ca879d45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22c64b2503463b" /><Relationship Type="http://schemas.openxmlformats.org/officeDocument/2006/relationships/notesSlide" Target="/ppt/notesSlides/notesSlide3.xml" Id="R810fffad5f5644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10ef9aaa6b4fc4" /><Relationship Type="http://schemas.openxmlformats.org/officeDocument/2006/relationships/notesSlide" Target="/ppt/notesSlides/notesSlide4.xml" Id="R55e6c123df034f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5887e41a854a19" /><Relationship Type="http://schemas.openxmlformats.org/officeDocument/2006/relationships/notesSlide" Target="/ppt/notesSlides/notesSlide5.xml" Id="Re20cabc662f24d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f6fea5d9b742c8" /><Relationship Type="http://schemas.openxmlformats.org/officeDocument/2006/relationships/notesSlide" Target="/ppt/notesSlides/notesSlide6.xml" Id="R35f5e1fa68774b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9fbfdcba7c4523" /><Relationship Type="http://schemas.openxmlformats.org/officeDocument/2006/relationships/notesSlide" Target="/ppt/notesSlides/notesSlide7.xml" Id="R0ea2ae09929f49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450d44c3ba48a1" /><Relationship Type="http://schemas.openxmlformats.org/officeDocument/2006/relationships/notesSlide" Target="/ppt/notesSlides/notesSlide8.xml" Id="Rc63259847ef845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b96c7cd723452d" /><Relationship Type="http://schemas.openxmlformats.org/officeDocument/2006/relationships/notesSlide" Target="/ppt/notesSlides/notesSlide9.xml" Id="R3942cd11a49944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94dedff1d147d9" /><Relationship Type="http://schemas.openxmlformats.org/officeDocument/2006/relationships/image" Target="/ppt/media/image.png" Id="Rfff0bd3e6e054c4b" /><Relationship Type="http://schemas.openxmlformats.org/officeDocument/2006/relationships/image" Target="/ppt/media/image2.png" Id="R19b84511de334176" /><Relationship Type="http://schemas.openxmlformats.org/officeDocument/2006/relationships/notesSlide" Target="/ppt/notesSlides/notesSlide10.xml" Id="R57d90baf367145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649f2096bd4722" /><Relationship Type="http://schemas.openxmlformats.org/officeDocument/2006/relationships/image" Target="/ppt/media/image3.png" Id="Rf29821d8544f461b" /><Relationship Type="http://schemas.openxmlformats.org/officeDocument/2006/relationships/image" Target="/ppt/media/image4.png" Id="Ra2c922855add4b5b" /><Relationship Type="http://schemas.openxmlformats.org/officeDocument/2006/relationships/image" Target="/ppt/media/image5.png" Id="Rf41b06de239d4ad9" /><Relationship Type="http://schemas.openxmlformats.org/officeDocument/2006/relationships/notesSlide" Target="/ppt/notesSlides/notesSlide11.xml" Id="Rfc0275e75b254f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f91ce539294143" /><Relationship Type="http://schemas.openxmlformats.org/officeDocument/2006/relationships/notesSlide" Target="/ppt/notesSlides/notesSlide12.xml" Id="R1c96f329d04349b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0d3a561c56498e" /><Relationship Type="http://schemas.openxmlformats.org/officeDocument/2006/relationships/notesSlide" Target="/ppt/notesSlides/notesSlide13.xml" Id="R1ef02939dcd84e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9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15659-4911-4EC4-94E5-B38661DA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AD6EC-29B5-45B3-AD8C-9F5BB7A2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DBEAFE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DBEAFE"/>
                </a:solidFill>
              </a:defRPr>
            </a:pPr>
            <a:r>
              <a:rPr sz="1275" b="1">
                <a:solidFill>
                  <a:srgbClr val="DBEAFE"/>
                </a:solidFill>
              </a:rPr>
              <a:t>PERSONAL PORTFOLIO WEBSITE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91912-9D4C-449D-8B1D-E41141E7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เอกสารสรุป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การพัฒนาเว็บไซต์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DE803-B0E6-4B61-92B8-BDC01594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DBEAFE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DBEAFE"/>
                </a:solidFill>
              </a:defRPr>
            </a:pPr>
            <a:r>
              <a:rPr sz="1725" b="0">
                <a:solidFill>
                  <a:srgbClr val="DBEAFE"/>
                </a:solidFill>
              </a:rPr>
              <a:t>เว็บไซต์แนะนำตนเองเพื่อเตรียมสมัครงาน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0EF81-EDF2-4354-808C-E2D75D19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619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ปวีณ์กร ศรีสุข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วิชาการออกแบบและเขียนโปรแกรมเว็บเพจ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อาจารย์ สุขสวัสดิ์ แซ่ลิ่ม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D01DD-2991-4C2D-B105-5992BEA1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59055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DBEAFE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DBEAFE"/>
                </a:solidFill>
              </a:defRPr>
            </a:pPr>
            <a:r>
              <a:rPr sz="1500" b="1">
                <a:solidFill>
                  <a:srgbClr val="DBEAFE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8758323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D2D086-70B1-477D-81FD-5A4FDF51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01 ข้อมูลโครงงาน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96B78-22E8-4F23-B4D8-3C4F1DB4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</a:defRPr>
            </a:pPr>
            <a:r>
              <a:rPr sz="2550" b="1">
                <a:solidFill>
                  <a:srgbClr val="1E293B"/>
                </a:solidFill>
              </a:rPr>
              <a:t>เว็บไซต์นี้ทำขึ้นเพื่ออะไร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8F435-1FCA-4A80-8F46-0CD16727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86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F46EE-8CFF-4F89-A495-30423BE1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8BCE9-0314-4A04-B456-04606909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667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8C6B6-FB16-45F1-AD92-BC2ADA6F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4312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เป้าหมายของเว็บไซต์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F6CC01-0BD6-41AC-AE4B-4F6E7EA0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DBEAFE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DBEAFE"/>
                </a:solidFill>
              </a:defRPr>
            </a:pPr>
            <a:r>
              <a:rPr sz="1425" b="0">
                <a:solidFill>
                  <a:srgbClr val="DBEAFE"/>
                </a:solidFill>
              </a:rPr>
              <a:t>•  แนะนำประวัติและทักษะของผู้จัดทำ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D1621-D229-4B79-809E-893941C1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DBEAFE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DBEAFE"/>
                </a:solidFill>
              </a:defRPr>
            </a:pPr>
            <a:r>
              <a:rPr sz="1425" b="0">
                <a:solidFill>
                  <a:srgbClr val="DBEAFE"/>
                </a:solidFill>
              </a:rPr>
              <a:t>•  รวบรวมผลงานสำหรับประกอบการสมัครงาน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FCF9FA-4D89-49F7-AC45-552CC24F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528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DBEAFE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DBEAFE"/>
                </a:solidFill>
              </a:defRPr>
            </a:pPr>
            <a:r>
              <a:rPr sz="1425" b="0">
                <a:solidFill>
                  <a:srgbClr val="DBEAFE"/>
                </a:solidFill>
              </a:rPr>
              <a:t>•  แสดงความสามารถด้าน HTML และ CSS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CDE805-1C7A-4514-8A0B-AFED5DD0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กลุ่มเป้าหมาย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407CBD-563B-49F0-B571-18B8C495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ผู้สรรหาบุคลากร อาจารย์ และผู้ที่ต้องการดูผลงานด้านการพัฒนาเว็บไซต์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3EB3D4-808F-40C5-9F56-7899C972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4476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C11F56-AD91-4A49-896C-51FF33F5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แนวคิดหลัก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7E25F7-2F22-428A-BC4F-928D08BD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481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ทำให้ข้อมูลส่วนตัวอ่านง่าย และเข้าถึงผลงานได้จากเมนูเดียวกัน</a:t>
            </a:r>
          </a:p>
        </p:txBody>
      </p:sp>
    </p:spTree>
    <p:extLst>
      <p:ext uri="{BB962C8B-B14F-4D97-AF65-F5344CB8AC3E}">
        <p14:creationId xmlns:p14="http://schemas.microsoft.com/office/powerpoint/2010/main" val="2443739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6D3761-2148-4059-8698-4804E49C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02 โครงสร้างไฟล์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427E1-EE50-4C80-AC79-76874A55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</a:defRPr>
            </a:pPr>
            <a:r>
              <a:rPr sz="2550" b="1">
                <a:solidFill>
                  <a:srgbClr val="1E293B"/>
                </a:solidFill>
              </a:rPr>
              <a:t>เว็บทำงานจากไฟล์ใดบ้าง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FF071-0EB8-4248-B1B7-2C128905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86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30D85-D979-4EEE-9018-2D05EEC9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6573F-D0AB-480C-A8C0-41EE576D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19100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30CC2D-626C-45C7-9731-B4A1364E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43125"/>
            <a:ext cx="3524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portfolio-project/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├─ index.html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├─ about.html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├─ projects.html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├─ contact.html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├─ css/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│  └─ style.css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└─ images/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A636E-CFB2-4958-A87B-5B249EB0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05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หน้าที่ของไฟล์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6F00A-73E8-4C45-BAF5-448AEC4F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241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HTML เก็บโครงสร้างและเนื้อหาของแต่ละหน้า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16238-CB31-4D4C-AF59-8F9241A1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908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style.css เก็บการออกแบบร่วมกันทุกหน้า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6210A-7F8E-4FAB-9073-C2A6F331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576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images เก็บรูปโปรไฟล์และรูปผลงาน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194FE9-31F5-4D23-9211-8AD0443B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24375"/>
            <a:ext cx="49530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AC65DA-DB44-49DB-AA56-5BB294C0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244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E293B"/>
                </a:solidFill>
              </a:defRPr>
            </a:pPr>
            <a:r>
              <a:rPr sz="1350" b="1">
                <a:solidFill>
                  <a:srgbClr val="1E293B"/>
                </a:solidFill>
              </a:rPr>
              <a:t>ทุกหน้าเรียกใช้ CSS เดียวกันด้วย &lt;link rel="stylesheet"&gt;</a:t>
            </a:r>
          </a:p>
        </p:txBody>
      </p:sp>
    </p:spTree>
    <p:extLst>
      <p:ext uri="{BB962C8B-B14F-4D97-AF65-F5344CB8AC3E}">
        <p14:creationId xmlns:p14="http://schemas.microsoft.com/office/powerpoint/2010/main" val="3857574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E2F24C-1D8F-42DE-B220-97EB7BCD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03 HTML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9F912-1949-405F-A7B4-1B089470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</a:defRPr>
            </a:pPr>
            <a:r>
              <a:rPr sz="2550" b="1">
                <a:solidFill>
                  <a:srgbClr val="1E293B"/>
                </a:solidFill>
              </a:rPr>
              <a:t>HTML สร้างโครงสร้างของหน้าเว็บ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49672-F55A-499E-8291-B507D497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86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7777B-603C-4C16-8709-6238FE1E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8AB39-CF5B-47E2-AB81-1775C805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91125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6897AC-A86B-4037-A982-CF2C1F71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461962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&lt;!DOCTYPE html&gt;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&lt;html lang="th"&gt;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&lt;head&gt;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  &lt;meta name="viewport" ...&gt;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  &lt;link rel="stylesheet" href="css/style.css"&gt;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&lt;/head&gt;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&lt;body&gt;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  &lt;header&gt;...&lt;/header&gt;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  &lt;main&gt;...&lt;/main&gt;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  &lt;footer&gt;...&lt;/footer&gt;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&lt;/body&gt;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&lt;/html&gt;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5BFF0A-45A8-412E-BDA8-EC85E5AC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อธิบายทีละส่วน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62335-3281-4F01-98F5-7CC96357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241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DOCTYPE บอกเบราว์เซอร์ว่าใช้ HTML5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4387F-551A-41B5-B8FD-7D9B6DD7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956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head เก็บข้อมูลกำกับหน้าและลิงก์ CSS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869B4-5090-4729-8C61-EB103762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671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body เก็บสิ่งที่ผู้ใช้มองเห็น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70EBF3-B599-4AA9-AD31-9E372C8C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header, main, footer เป็น Semantic HTML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0C3EB-B200-4BA2-8F34-6A810B7C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HTML = โครงสร้างและความหมายของเนื้อหา</a:t>
            </a:r>
          </a:p>
        </p:txBody>
      </p:sp>
    </p:spTree>
    <p:extLst>
      <p:ext uri="{BB962C8B-B14F-4D97-AF65-F5344CB8AC3E}">
        <p14:creationId xmlns:p14="http://schemas.microsoft.com/office/powerpoint/2010/main" val="3802511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071721-C44F-47AA-9CCF-02795329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04 เมนูเว็บไซต์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F70CD-F826-428D-96DC-B01AD915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</a:defRPr>
            </a:pPr>
            <a:r>
              <a:rPr sz="2550" b="1">
                <a:solidFill>
                  <a:srgbClr val="1E293B"/>
                </a:solidFill>
              </a:rPr>
              <a:t>class เชื่อม HTML กับ CSS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72944-FC78-4CF6-8EDC-EE4C3AB5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86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6A7F4-93DC-4987-BCAC-0052046E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2502A-685D-446E-9EB1-392D98C5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7066A-AF8C-4B7F-BA00-06D55DC1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452437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&lt;nav class="navbar"&gt;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  &lt;div class="logo"&gt;MyPortfolio&lt;/div&gt;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  &lt;ul class="nav-menu"&gt;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    &lt;li&gt;&lt;a class="active"&gt;หน้าแรก&lt;/a&gt;&lt;/li&gt;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    &lt;li&gt;&lt;a href="about.html"&gt;ประวัติและทักษะ&lt;/a&gt;&lt;/li&gt;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  &lt;/ul&gt;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&lt;/nav&gt;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786E88-CA60-40AE-AA92-73A4894E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CSS ที่ทำงานกับโค้ดนี้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02B40-6F15-433D-9B33-AAC963E1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71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.navbar จัดโลโก้กับเมนูด้วย Flexbox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3E5D09-43EE-43B4-939C-4D07B1E5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432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.nav-menu จัดรายการลิงก์ให้อยู่ในแนวนอน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E5AF1-6AFF-4C9B-9B82-F186DD0E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14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.active ทำสีให้เมนูของหน้าปัจจุบัน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C1B5CF-2EFA-4A7A-96B3-470312CD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862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:hover เปลี่ยนสีเมื่อเลื่อนเมาส์ไปที่ลิงก์</a:t>
            </a:r>
          </a:p>
        </p:txBody>
      </p:sp>
    </p:spTree>
    <p:extLst>
      <p:ext uri="{BB962C8B-B14F-4D97-AF65-F5344CB8AC3E}">
        <p14:creationId xmlns:p14="http://schemas.microsoft.com/office/powerpoint/2010/main" val="16531826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AD9870-1CED-45E5-938A-B4BDF412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05 หน้าแรก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B4813-F7C6-405A-AF60-BF840E0B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</a:defRPr>
            </a:pPr>
            <a:r>
              <a:rPr sz="2550" b="1">
                <a:solidFill>
                  <a:srgbClr val="1E293B"/>
                </a:solidFill>
              </a:rPr>
              <a:t>ตัวอย่าง class ที่ควบคุมส่วนแนะนำตัว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AE5A1-81A3-4318-98C8-1189B72A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86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01921-EE03-41C0-BA0D-920C4B7D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00F4F-05B3-4FF1-8969-EB3FFBFD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095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27F34-6847-4D8C-B8D7-81F07929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43125"/>
            <a:ext cx="4476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&lt;section class="hero-box"&gt;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  &lt;img class="profile-img"&gt;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  &lt;div&gt;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    &lt;h1&gt;ชื่อผู้จัดทำ&lt;/h1&gt;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    &lt;h2&gt;ตำแหน่งที่สนใจ&lt;/h2&gt;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    &lt;a class="btn"&gt;ดูผลงาน&lt;/a&gt;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  &lt;/div&gt;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&lt;/section&gt;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2AAD4-943E-4E38-8F88-5B79B6FB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050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เมื่อเปิดหน้าเว็บจะเกิดอะไรขึ้น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CFA80-B597-46E9-BDA1-0597DBA0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.hero-box วางรูปและข้อความไว้ข้างกัน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8031BE-608C-4750-B246-FA0C1D85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.profile-img กำหนดขนาดและทำรูปเป็นวงกลม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08D3A-3C6B-49AE-B9FF-178FF740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.btn ทำให้ลิงก์มีหน้าตาเหมือนปุ่ม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931D7-EF83-4567-BA8C-72A9C9EA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81500"/>
            <a:ext cx="45720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681D4-E5D4-43CA-BCCF-78CA5AF8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910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E293B"/>
                </a:solidFill>
              </a:defRPr>
            </a:pPr>
            <a:r>
              <a:rPr sz="1350" b="1">
                <a:solidFill>
                  <a:srgbClr val="1E293B"/>
                </a:solidFill>
              </a:rPr>
              <a:t>จำง่าย: class ใน HTML คือชื่อเรียกส่วนที่ CSS จะตกแต่ง</a:t>
            </a:r>
          </a:p>
        </p:txBody>
      </p:sp>
    </p:spTree>
    <p:extLst>
      <p:ext uri="{BB962C8B-B14F-4D97-AF65-F5344CB8AC3E}">
        <p14:creationId xmlns:p14="http://schemas.microsoft.com/office/powerpoint/2010/main" val="5816170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9557C8-02BB-4BDE-89F6-A3FC1D36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06 วิธีอ่าน CSS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7489B4-EC1B-45B8-BB83-9CC57844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</a:defRPr>
            </a:pPr>
            <a:r>
              <a:rPr sz="2550" b="1">
                <a:solidFill>
                  <a:srgbClr val="1E293B"/>
                </a:solidFill>
              </a:rPr>
              <a:t>selector, property และ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6C1A9-3859-44E8-A18D-2378D2FB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86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C433E-798C-4359-8775-FCB8E48F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9219E-FE8E-478D-ACE5-864ED811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8204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0BF83-282F-4AB3-8562-F3866BFA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.card {  display: flex;  padding: 20px;  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BA045-635D-409E-82D6-F655AACD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6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.card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69C092-C40D-4EFA-94EB-F4A8C8C5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0525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selector</a:t>
            </a:r>
          </a:p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เลือกการ์ดทุกใบ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3C182-0BA1-4F66-B7DA-E17CA71F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476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display / padding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952D6-ECDD-4E81-ABD1-DBD501AB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9052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property</a:t>
            </a:r>
          </a:p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ชื่อคุณสมบัติที่จะเปลี่ยน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DE014A-CC1B-4000-836A-1FB194DE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76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flex / 20px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5ECD67-0015-4FF1-B75B-7F511ED8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0525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value</a:t>
            </a:r>
          </a:p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ค่าที่กำหนดให้ property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E264FA-DEB2-4FF1-AC4A-2DF929BA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8763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E31B78-47F7-47D6-9C2C-B4C8865C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17207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E293B"/>
                </a:solidFill>
              </a:defRPr>
            </a:pPr>
            <a:r>
              <a:rPr sz="1500" b="1">
                <a:solidFill>
                  <a:srgbClr val="1E293B"/>
                </a:solidFill>
              </a:rPr>
              <a:t>ผลลัพธ์: การ์ดเรียงด้วย Flexbox และมีพื้นที่ด้านใน 20px</a:t>
            </a:r>
          </a:p>
        </p:txBody>
      </p:sp>
    </p:spTree>
    <p:extLst>
      <p:ext uri="{BB962C8B-B14F-4D97-AF65-F5344CB8AC3E}">
        <p14:creationId xmlns:p14="http://schemas.microsoft.com/office/powerpoint/2010/main" val="6600782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4F566F-321A-4066-B4B0-8E7A7B7A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07 CSS หลัก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75606-07CC-4D71-BB13-D9200841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</a:defRPr>
            </a:pPr>
            <a:r>
              <a:rPr sz="2550" b="1">
                <a:solidFill>
                  <a:srgbClr val="1E293B"/>
                </a:solidFill>
              </a:rPr>
              <a:t>คำสั่ง CSS ทำงานกับส่วนใด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E4612-916B-4E3D-83E7-7EAACEB0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86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65C01-ED67-4D80-B5F5-E82440AF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9F79F-783E-492A-9F16-53482DE0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5715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71B02-1302-48EF-B162-0B69C739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E293B"/>
                </a:solidFill>
              </a:defRPr>
            </a:pPr>
            <a:r>
              <a:rPr sz="1350" b="1">
                <a:solidFill>
                  <a:srgbClr val="1E293B"/>
                </a:solidFill>
              </a:rPr>
              <a:t>* { box-sizing: border-box; 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B8F14-A5B2-4585-B802-44158F19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509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คุมขนาดกล่องให้รวม padding และ border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1F565-9E6F-4397-8796-BB9FC1F4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BB17F7-BA07-4B08-9A18-C8A32765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479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E293B"/>
                </a:solidFill>
              </a:defRPr>
            </a:pPr>
            <a:r>
              <a:rPr sz="1350" b="1">
                <a:solidFill>
                  <a:srgbClr val="1E293B"/>
                </a:solidFill>
              </a:rPr>
              <a:t>body { display: flex; flex-direction: column; 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AFB2A-4B9C-4342-8040-23B49524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509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เรียงหน้าเป็นแนวตั้งและดัน Footer ลงล่าง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6DDD98-BF22-4C91-90C1-DB6617B0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0820400" cy="5715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591081-B72F-4EB9-92EF-2D046699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9090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E293B"/>
                </a:solidFill>
              </a:defRPr>
            </a:pPr>
            <a:r>
              <a:rPr sz="1350" b="1">
                <a:solidFill>
                  <a:srgbClr val="1E293B"/>
                </a:solidFill>
              </a:rPr>
              <a:t>img { max-width: 100%; height: auto; 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A75BE7-46BC-4057-8ED6-64BF2431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90900"/>
            <a:ext cx="509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ป้องกันรูปภาพล้นกรอบ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5CBB03-34EC-4F37-A33F-6AD509A9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8204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1B6ED5-B697-41E0-9A9A-8883DBFB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338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E293B"/>
                </a:solidFill>
              </a:defRPr>
            </a:pPr>
            <a:r>
              <a:rPr sz="1350" b="1">
                <a:solidFill>
                  <a:srgbClr val="1E293B"/>
                </a:solidFill>
              </a:rPr>
              <a:t>.container { max-width: 1100px; margin: 0 auto; 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9B3171-E0A3-4B4D-BDBD-91DA6469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33850"/>
            <a:ext cx="509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จำกัดความกว้างและจัดเนื้อหาไว้กลางหน้า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783411-3880-4C17-9862-505D0745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820400" cy="5715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DE97D3-B4B7-4786-BFC6-1B5D11E3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7680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E293B"/>
                </a:solidFill>
              </a:defRPr>
            </a:pPr>
            <a:r>
              <a:rPr sz="1350" b="1">
                <a:solidFill>
                  <a:srgbClr val="1E293B"/>
                </a:solidFill>
              </a:rPr>
              <a:t>:root { --primary-color: #1e293b; 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D7F277-2B67-4AE6-9866-6407A76C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76800"/>
            <a:ext cx="509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สร้างตัวแปรสีเพื่อใช้ซ้ำทั้งเว็บไซต์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D71D81-9990-422F-9A30-8F57760B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วิธีจำ: อ่านคำสั่ง แล้วชี้ให้เห็นผลลัพธ์บนหน้าเว็บ</a:t>
            </a:r>
          </a:p>
        </p:txBody>
      </p:sp>
    </p:spTree>
    <p:extLst>
      <p:ext uri="{BB962C8B-B14F-4D97-AF65-F5344CB8AC3E}">
        <p14:creationId xmlns:p14="http://schemas.microsoft.com/office/powerpoint/2010/main" val="14191604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59F317-67AB-49FE-8B2D-E89743B1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08 การ์ดผลงาน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75016-CA56-4433-9F14-DD8FF2CF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</a:defRPr>
            </a:pPr>
            <a:r>
              <a:rPr sz="2550" b="1">
                <a:solidFill>
                  <a:srgbClr val="1E293B"/>
                </a:solidFill>
              </a:rPr>
              <a:t>Flexbox ทำให้ผลงานเรียงเป็นหลายคอลัมน์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6367A-466F-469E-BA3C-A770CB19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86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1C3FC-31BD-4A42-BC1B-10504079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DD9EB-EFC2-4A0C-834A-52830288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857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D4383-3E46-4B57-8F01-59EEBF7E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4095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.card-grid {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  display: flex;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  gap: 20px;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  flex-wrap: wrap;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}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.card {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  flex: 1 1 30%;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4832C-F229-488E-93F3-BF820397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แปลคำสั่ง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9A58E-166F-4055-817F-A7474488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display: flex → เปิดการจัดวางแบบ Flexbox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C5D54D-F8A9-4BC0-8AD5-5F994990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gap: 20px → เว้นระยะระหว่างการ์ด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3E8601-5E7B-40AA-AF0E-FD1796BA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flex-wrap: wrap → ถ้าพื้นที่ไม่พอให้ขึ้นบรรทัดใหม่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71B8ED-6FBD-4437-BA70-D84B73F4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flex: 1 1 30% → แบ่งพื้นที่ประมาณ 3 คอลัมน์</a:t>
            </a:r>
          </a:p>
        </p:txBody>
      </p:sp>
    </p:spTree>
    <p:extLst>
      <p:ext uri="{BB962C8B-B14F-4D97-AF65-F5344CB8AC3E}">
        <p14:creationId xmlns:p14="http://schemas.microsoft.com/office/powerpoint/2010/main" val="19479116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9BE5BB-E847-4836-B626-4A6640DC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09 RESPONSIVE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FFEE3-B220-4A24-B952-5AF17EA5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</a:defRPr>
            </a:pPr>
            <a:r>
              <a:rPr sz="2550" b="1">
                <a:solidFill>
                  <a:srgbClr val="1E293B"/>
                </a:solidFill>
              </a:rPr>
              <a:t>คำสั่งเดียวกันทำให้หน้าเว็บเปลี่ยนตามจอ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2AC1A-D3C9-46E5-9B73-FA429EDF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86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C2947-FF01-4412-8C69-19F3FA0A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E4BE7-1852-44E5-A6D0-AF2D2A9B00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f0bd3e6e054c4b"/>
          <a:stretch xmlns:a="http://schemas.openxmlformats.org/drawingml/2006/main"/>
        </p:blipFill>
        <p:spPr>
          <a:xfrm xmlns:a="http://schemas.openxmlformats.org/drawingml/2006/main">
            <a:off x="1119357" y="1762125"/>
            <a:ext cx="4428786" cy="28575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42D84-99FE-428C-88C8-7D08E71831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b84511de334176"/>
          <a:stretch xmlns:a="http://schemas.openxmlformats.org/drawingml/2006/main"/>
        </p:blipFill>
        <p:spPr>
          <a:xfrm xmlns:a="http://schemas.openxmlformats.org/drawingml/2006/main">
            <a:off x="7681232" y="1762125"/>
            <a:ext cx="1306286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8B020-D6FC-4D9A-ADCE-51C17EF2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E293B"/>
                </a:solidFill>
              </a:defRPr>
            </a:pPr>
            <a:r>
              <a:rPr sz="1500" b="1">
                <a:solidFill>
                  <a:srgbClr val="1E293B"/>
                </a:solidFill>
              </a:rPr>
              <a:t>Desktop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73E25A-91A3-4F94-98C6-47808619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62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E293B"/>
                </a:solidFill>
              </a:defRPr>
            </a:pPr>
            <a:r>
              <a:rPr sz="1500" b="1">
                <a:solidFill>
                  <a:srgbClr val="1E293B"/>
                </a:solidFill>
              </a:rPr>
              <a:t>Mobile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71F44-898F-4675-8CB9-CC676D54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810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C37F6-444B-4F29-A536-0213E635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524500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@media (max-width: 768px) { .card { flex: 1 1 100%; } }</a:t>
            </a:r>
          </a:p>
        </p:txBody>
      </p:sp>
    </p:spTree>
    <p:extLst>
      <p:ext uri="{BB962C8B-B14F-4D97-AF65-F5344CB8AC3E}">
        <p14:creationId xmlns:p14="http://schemas.microsoft.com/office/powerpoint/2010/main" val="5434163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11225D-7C3D-4515-909A-774847E0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10 ผลงาน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4C29E9-EE0E-40C5-80D6-CD3A8FA6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</a:defRPr>
            </a:pPr>
            <a:r>
              <a:rPr sz="2550" b="1">
                <a:solidFill>
                  <a:srgbClr val="1E293B"/>
                </a:solidFill>
              </a:rPr>
              <a:t>สิ่งที่ผู้ชมเห็นจากโค้ดทั้งหมด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4D4F9-BCCF-4C19-93A3-50C1164C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86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91453-05B3-416C-9FF6-51695EF2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09266-91E4-4FB3-B17A-7F2D91EF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33750" cy="3333750"/>
          </a:xfrm>
          <a:prstGeom xmlns:a="http://schemas.openxmlformats.org/drawingml/2006/main" prst="roundRect">
            <a:avLst>
              <a:gd name="adj" fmla="val 342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49ECB-3A21-42E4-A15A-F6C84F6A36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821d8544f461b"/>
          <a:stretch xmlns:a="http://schemas.openxmlformats.org/drawingml/2006/main"/>
        </p:blipFill>
        <p:spPr>
          <a:xfrm xmlns:a="http://schemas.openxmlformats.org/drawingml/2006/main">
            <a:off x="1398483" y="2047875"/>
            <a:ext cx="1908384" cy="1381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6B354-16B4-4C74-9448-495B4F7E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E293B"/>
                </a:solidFill>
              </a:defRPr>
            </a:pPr>
            <a:r>
              <a:rPr sz="1500" b="1">
                <a:solidFill>
                  <a:srgbClr val="1E293B"/>
                </a:solidFill>
              </a:rPr>
              <a:t>ระบบแสดงรายการสัตว์เลี้ยง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2C934D-A0B8-44C9-93B2-6739037B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HTML5, CSS3, Flexbox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EA2AD3-AB69-4D7F-B4FB-160FD942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809750"/>
            <a:ext cx="3333750" cy="3333750"/>
          </a:xfrm>
          <a:prstGeom xmlns:a="http://schemas.openxmlformats.org/drawingml/2006/main" prst="roundRect">
            <a:avLst>
              <a:gd name="adj" fmla="val 342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35B5F0-911C-4214-88D8-3DE0FD5836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c922855add4b5b"/>
          <a:stretch xmlns:a="http://schemas.openxmlformats.org/drawingml/2006/main"/>
        </p:blipFill>
        <p:spPr>
          <a:xfrm xmlns:a="http://schemas.openxmlformats.org/drawingml/2006/main">
            <a:off x="4974719" y="2047875"/>
            <a:ext cx="2090161" cy="13811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80E7B-BB3B-4C6B-8428-DBF216D5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71475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E293B"/>
                </a:solidFill>
              </a:defRPr>
            </a:pPr>
            <a:r>
              <a:rPr sz="1500" b="1">
                <a:solidFill>
                  <a:srgbClr val="1E293B"/>
                </a:solidFill>
              </a:rPr>
              <a:t>ระบบขอเวรเจ้าหน้าที่พยาบาล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F0A8A8-7CA5-48B0-8D5D-4655F585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47675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JavaScript, Apps Script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6B2B06-6F13-4BE3-B7F2-9B920E14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333750" cy="3333750"/>
          </a:xfrm>
          <a:prstGeom xmlns:a="http://schemas.openxmlformats.org/drawingml/2006/main" prst="roundRect">
            <a:avLst>
              <a:gd name="adj" fmla="val 342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ADBFFC-6653-4114-A4A2-C4D5D23BF3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1b06de239d4ad9"/>
          <a:stretch xmlns:a="http://schemas.openxmlformats.org/drawingml/2006/main"/>
        </p:blipFill>
        <p:spPr>
          <a:xfrm xmlns:a="http://schemas.openxmlformats.org/drawingml/2006/main">
            <a:off x="8832152" y="2047875"/>
            <a:ext cx="1709545" cy="138112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FC3D6A-5209-4818-B13C-8940C708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1475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E293B"/>
                </a:solidFill>
              </a:defRPr>
            </a:pPr>
            <a:r>
              <a:rPr sz="1500" b="1">
                <a:solidFill>
                  <a:srgbClr val="1E293B"/>
                </a:solidFill>
              </a:rPr>
              <a:t>ระบบขอเวรและจัดตารางเวร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E4414B-CCA3-464F-9C65-DB7EA603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7675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JavaScript, Supabase</a:t>
            </a:r>
          </a:p>
        </p:txBody>
      </p:sp>
    </p:spTree>
    <p:extLst>
      <p:ext uri="{BB962C8B-B14F-4D97-AF65-F5344CB8AC3E}">
        <p14:creationId xmlns:p14="http://schemas.microsoft.com/office/powerpoint/2010/main" val="6543139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9F6844-6EFC-4D47-9C45-2628480D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11 วิธีอธิบายตอนนำเสนอ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267E9-D239-435D-BAD3-B4BE1ED3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</a:defRPr>
            </a:pPr>
            <a:r>
              <a:rPr sz="2550" b="1">
                <a:solidFill>
                  <a:srgbClr val="1E293B"/>
                </a:solidFill>
              </a:rPr>
              <a:t>ลำดับการอธิบายโค้ดให้ไม่สับสน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86E90-3D4F-494E-839C-251E08C3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86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A95A0-61C9-46E0-ADCA-AFB6114C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E190E-F70D-406E-9542-1CBD78FB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C3642-B566-4155-B6A3-7F9D9320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75CD2-B62F-46F9-B034-3A9F24D7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905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E293B"/>
                </a:solidFill>
              </a:defRPr>
            </a:pPr>
            <a:r>
              <a:rPr sz="1500" b="1">
                <a:solidFill>
                  <a:srgbClr val="1E293B"/>
                </a:solidFill>
              </a:rPr>
              <a:t>ชี้ไฟล์ HTML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22A9F8-165B-41B5-8EAE-489D87D6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050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หน้านี้ใช้ไฟล์อะไร เช่น index.html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0100BB-D132-4FA8-B94C-25CCC61B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108204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F2BA7B-F543-455F-A99C-F58C3F16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F0B78-D6B7-4EFB-926A-12BF46C7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6193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E293B"/>
                </a:solidFill>
              </a:defRPr>
            </a:pPr>
            <a:r>
              <a:rPr sz="1500" b="1">
                <a:solidFill>
                  <a:srgbClr val="1E293B"/>
                </a:solidFill>
              </a:rPr>
              <a:t>ชี้ class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4E76E0-75D0-442B-B9F5-50FD1232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19375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ส่วนนี้มี class อะไร เช่น card-grid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13AEFF-F05F-491F-9A76-7E891128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8204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744CE8-F738-4F25-81DF-67D2C279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D9778F-2343-4A92-9B8A-29D08657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33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E293B"/>
                </a:solidFill>
              </a:defRPr>
            </a:pPr>
            <a:r>
              <a:rPr sz="1500" b="1">
                <a:solidFill>
                  <a:srgbClr val="1E293B"/>
                </a:solidFill>
              </a:rPr>
              <a:t>ชี้ CSS selector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10099-232E-4F38-B8A5-358FC86D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337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ค้นหาชื่อเดียวกันใน style.css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A48AA8-A5B4-4192-BF5D-4BE45E7F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08204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7A6C15-8A86-4B0A-AB87-9EE5AD67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481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19C1CB-D324-4C7C-9FFB-B5AC51AF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481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E293B"/>
                </a:solidFill>
              </a:defRPr>
            </a:pPr>
            <a:r>
              <a:rPr sz="1500" b="1">
                <a:solidFill>
                  <a:srgbClr val="1E293B"/>
                </a:solidFill>
              </a:rPr>
              <a:t>อ่าน property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C27C33-4070-453E-9247-874A0FBC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48125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บอกว่า display, gap หรือ flex ทำอะไร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6791D9-8BA7-4499-ACE8-318808F5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8204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349688-1F80-4A30-890C-EDBB2A96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9D1217-1353-4129-9636-FD577888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762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E293B"/>
                </a:solidFill>
              </a:defRPr>
            </a:pPr>
            <a:r>
              <a:rPr sz="1500" b="1">
                <a:solidFill>
                  <a:srgbClr val="1E293B"/>
                </a:solidFill>
              </a:rPr>
              <a:t>ชี้ผลลัพธ์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8296BF-AA48-4FC9-A6A1-7DD1592C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625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แสดงภาพว่าคำสั่งทำให้หน้าเว็บเปลี่ยนอย่างไร</a:t>
            </a:r>
          </a:p>
        </p:txBody>
      </p:sp>
    </p:spTree>
    <p:extLst>
      <p:ext uri="{BB962C8B-B14F-4D97-AF65-F5344CB8AC3E}">
        <p14:creationId xmlns:p14="http://schemas.microsoft.com/office/powerpoint/2010/main" val="10781093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E29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48398-3B18-45EA-8005-79AAD05E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ลิงก์และข้อมูลเพิ่มเติม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A3A5B-F6CA-4730-9902-3389842D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GitHub: ______________________________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CDF974-B4CC-448D-82AB-D62DFA8D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เว็บไซต์ออนไลน์: ______________________________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F1CFE-EA69-4C7C-8219-C512D6FF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5334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42373-FB05-4253-860C-D945354C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0057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Email: 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72DE5-E678-4DCE-AD63-D6A778D5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721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BEAFE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DBEAFE"/>
                </a:solidFill>
              </a:defRPr>
            </a:pPr>
            <a:r>
              <a:rPr sz="2250" b="1">
                <a:solidFill>
                  <a:srgbClr val="DBEAFE"/>
                </a:solidFill>
              </a:rPr>
              <a:t>ขอบคุณครับ</a:t>
            </a:r>
          </a:p>
        </p:txBody>
      </p:sp>
    </p:spTree>
    <p:extLst>
      <p:ext uri="{BB962C8B-B14F-4D97-AF65-F5344CB8AC3E}">
        <p14:creationId xmlns:p14="http://schemas.microsoft.com/office/powerpoint/2010/main" val="20146071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2026-10-10T20:16:22.0880000Z</dcterms:created>
  <dcterms:modified xsi:type="dcterms:W3CDTF">2026-10-10T20:16:22.0880000Z</dcterms:modified>
</coreProperties>
</file>